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3"/>
  </p:notesMasterIdLst>
  <p:sldIdLst>
    <p:sldId id="259" r:id="rId2"/>
  </p:sldIdLst>
  <p:sldSz cx="30275213" cy="4280376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15:clr>
            <a:srgbClr val="A4A3A4"/>
          </p15:clr>
        </p15:guide>
        <p15:guide id="2" pos="19071">
          <p15:clr>
            <a:srgbClr val="A4A3A4"/>
          </p15:clr>
        </p15:guide>
        <p15:guide id="3" pos="954">
          <p15:clr>
            <a:srgbClr val="A4A3A4"/>
          </p15:clr>
        </p15:guide>
        <p15:guide id="4" pos="2240">
          <p15:clr>
            <a:srgbClr val="A4A3A4"/>
          </p15:clr>
        </p15:guide>
        <p15:guide id="5" pos="2396">
          <p15:clr>
            <a:srgbClr val="A4A3A4"/>
          </p15:clr>
        </p15:guide>
        <p15:guide id="6" pos="3685">
          <p15:clr>
            <a:srgbClr val="A4A3A4"/>
          </p15:clr>
        </p15:guide>
        <p15:guide id="7" pos="3814">
          <p15:clr>
            <a:srgbClr val="A4A3A4"/>
          </p15:clr>
        </p15:guide>
        <p15:guide id="8" pos="5165">
          <p15:clr>
            <a:srgbClr val="A4A3A4"/>
          </p15:clr>
        </p15:guide>
        <p15:guide id="9" pos="5325">
          <p15:clr>
            <a:srgbClr val="A4A3A4"/>
          </p15:clr>
        </p15:guide>
        <p15:guide id="10" pos="6517">
          <p15:clr>
            <a:srgbClr val="A4A3A4"/>
          </p15:clr>
        </p15:guide>
        <p15:guide id="11" pos="6677">
          <p15:clr>
            <a:srgbClr val="A4A3A4"/>
          </p15:clr>
        </p15:guide>
        <p15:guide id="12" pos="8017">
          <p15:clr>
            <a:srgbClr val="A4A3A4"/>
          </p15:clr>
        </p15:guide>
        <p15:guide id="13" pos="8184">
          <p15:clr>
            <a:srgbClr val="A4A3A4"/>
          </p15:clr>
        </p15:guide>
        <p15:guide id="14" pos="9458">
          <p15:clr>
            <a:srgbClr val="A4A3A4"/>
          </p15:clr>
        </p15:guide>
        <p15:guide id="15" pos="9695">
          <p15:clr>
            <a:srgbClr val="A4A3A4"/>
          </p15:clr>
        </p15:guide>
        <p15:guide id="16" pos="10899">
          <p15:clr>
            <a:srgbClr val="A4A3A4"/>
          </p15:clr>
        </p15:guide>
        <p15:guide id="17" pos="11051">
          <p15:clr>
            <a:srgbClr val="A4A3A4"/>
          </p15:clr>
        </p15:guide>
        <p15:guide id="18" pos="12317">
          <p15:clr>
            <a:srgbClr val="A4A3A4"/>
          </p15:clr>
        </p15:guide>
        <p15:guide id="19" pos="12496">
          <p15:clr>
            <a:srgbClr val="A4A3A4"/>
          </p15:clr>
        </p15:guide>
        <p15:guide id="20" pos="13786">
          <p15:clr>
            <a:srgbClr val="A4A3A4"/>
          </p15:clr>
        </p15:guide>
        <p15:guide id="21" pos="13906">
          <p15:clr>
            <a:srgbClr val="A4A3A4"/>
          </p15:clr>
        </p15:guide>
        <p15:guide id="22" pos="15231">
          <p15:clr>
            <a:srgbClr val="A4A3A4"/>
          </p15:clr>
        </p15:guide>
        <p15:guide id="23" pos="15383">
          <p15:clr>
            <a:srgbClr val="A4A3A4"/>
          </p15:clr>
        </p15:guide>
        <p15:guide id="24" pos="16688">
          <p15:clr>
            <a:srgbClr val="A4A3A4"/>
          </p15:clr>
        </p15:guide>
        <p15:guide id="25" pos="16828">
          <p15:clr>
            <a:srgbClr val="A4A3A4"/>
          </p15:clr>
        </p15:guide>
        <p15:guide id="26" pos="18117">
          <p15:clr>
            <a:srgbClr val="A4A3A4"/>
          </p15:clr>
        </p15:guide>
        <p15:guide id="27" orient="horz" pos="26865">
          <p15:clr>
            <a:srgbClr val="A4A3A4"/>
          </p15:clr>
        </p15:guide>
        <p15:guide id="28" orient="horz" pos="1898">
          <p15:clr>
            <a:srgbClr val="A4A3A4"/>
          </p15:clr>
        </p15:guide>
        <p15:guide id="29" orient="horz" pos="5766">
          <p15:clr>
            <a:srgbClr val="A4A3A4"/>
          </p15:clr>
        </p15:guide>
        <p15:guide id="30" orient="horz" pos="20073">
          <p15:clr>
            <a:srgbClr val="A4A3A4"/>
          </p15:clr>
        </p15:guide>
        <p15:guide id="31" orient="horz" pos="13482">
          <p15:clr>
            <a:srgbClr val="A4A3A4"/>
          </p15:clr>
        </p15:guide>
        <p15:guide id="32" orient="horz" pos="17333">
          <p15:clr>
            <a:srgbClr val="A4A3A4"/>
          </p15:clr>
        </p15:guide>
        <p15:guide id="33" orient="horz" pos="21469">
          <p15:clr>
            <a:srgbClr val="A4A3A4"/>
          </p15:clr>
        </p15:guide>
        <p15:guide id="34" orient="horz" pos="25065">
          <p15:clr>
            <a:srgbClr val="A4A3A4"/>
          </p15:clr>
        </p15:guide>
        <p15:guide id="35" pos="1122">
          <p15:clr>
            <a:srgbClr val="747775"/>
          </p15:clr>
        </p15:guide>
        <p15:guide id="36" pos="23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E28F8F-E9F4-4A61-AD5D-EBB968D9F87C}">
  <a:tblStyle styleId="{69E28F8F-E9F4-4A61-AD5D-EBB968D9F87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52"/>
    <p:restoredTop sz="94699"/>
  </p:normalViewPr>
  <p:slideViewPr>
    <p:cSldViewPr snapToGrid="0">
      <p:cViewPr>
        <p:scale>
          <a:sx n="58" d="100"/>
          <a:sy n="58" d="100"/>
        </p:scale>
        <p:origin x="440" y="-2352"/>
      </p:cViewPr>
      <p:guideLst>
        <p:guide/>
        <p:guide pos="19071"/>
        <p:guide pos="954"/>
        <p:guide pos="2240"/>
        <p:guide pos="2396"/>
        <p:guide pos="3685"/>
        <p:guide pos="3814"/>
        <p:guide pos="5165"/>
        <p:guide pos="5325"/>
        <p:guide pos="6517"/>
        <p:guide pos="6677"/>
        <p:guide pos="8017"/>
        <p:guide pos="8184"/>
        <p:guide pos="9458"/>
        <p:guide pos="9695"/>
        <p:guide pos="10899"/>
        <p:guide pos="11051"/>
        <p:guide pos="12317"/>
        <p:guide pos="12496"/>
        <p:guide pos="13786"/>
        <p:guide pos="13906"/>
        <p:guide pos="15231"/>
        <p:guide pos="15383"/>
        <p:guide pos="16688"/>
        <p:guide pos="16828"/>
        <p:guide pos="18117"/>
        <p:guide orient="horz" pos="26865"/>
        <p:guide orient="horz" pos="1898"/>
        <p:guide orient="horz" pos="5766"/>
        <p:guide orient="horz" pos="20073"/>
        <p:guide orient="horz" pos="13482"/>
        <p:guide orient="horz" pos="17333"/>
        <p:guide orient="horz" pos="21469"/>
        <p:guide orient="horz" pos="25065"/>
        <p:guide pos="1122"/>
        <p:guide pos="238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15645" y="685800"/>
            <a:ext cx="24267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34cc82d063_1_7: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34cc82d063_1_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6" name="Google Shape;106;g334cc82d063_1_7: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Flyer_Picture">
  <p:cSld name="Flyer_Picture">
    <p:spTree>
      <p:nvGrpSpPr>
        <p:cNvPr id="1" name="Shape 12"/>
        <p:cNvGrpSpPr/>
        <p:nvPr/>
      </p:nvGrpSpPr>
      <p:grpSpPr>
        <a:xfrm>
          <a:off x="0" y="0"/>
          <a:ext cx="0" cy="0"/>
          <a:chOff x="0" y="0"/>
          <a:chExt cx="0" cy="0"/>
        </a:xfrm>
      </p:grpSpPr>
      <p:sp>
        <p:nvSpPr>
          <p:cNvPr id="13" name="Google Shape;13;p2"/>
          <p:cNvSpPr txBox="1">
            <a:spLocks noGrp="1"/>
          </p:cNvSpPr>
          <p:nvPr>
            <p:ph type="subTitle" idx="1"/>
          </p:nvPr>
        </p:nvSpPr>
        <p:spPr>
          <a:xfrm>
            <a:off x="2270700" y="25600825"/>
            <a:ext cx="25734600" cy="4124700"/>
          </a:xfrm>
          <a:prstGeom prst="rect">
            <a:avLst/>
          </a:prstGeom>
          <a:noFill/>
          <a:ln>
            <a:noFill/>
          </a:ln>
        </p:spPr>
        <p:txBody>
          <a:bodyPr spcFirstLastPara="1" wrap="square" lIns="367100" tIns="183500" rIns="367100" bIns="183500" anchor="ctr" anchorCtr="0">
            <a:normAutofit/>
          </a:bodyPr>
          <a:lstStyle>
            <a:lvl1pPr lvl="0" algn="ctr">
              <a:lnSpc>
                <a:spcPct val="100000"/>
              </a:lnSpc>
              <a:spcBef>
                <a:spcPts val="4700"/>
              </a:spcBef>
              <a:spcAft>
                <a:spcPts val="0"/>
              </a:spcAft>
              <a:buSzPts val="8000"/>
              <a:buNone/>
              <a:defRPr sz="8000"/>
            </a:lvl1pPr>
            <a:lvl2pPr lvl="1" algn="ctr">
              <a:lnSpc>
                <a:spcPct val="100000"/>
              </a:lnSpc>
              <a:spcBef>
                <a:spcPts val="4700"/>
              </a:spcBef>
              <a:spcAft>
                <a:spcPts val="0"/>
              </a:spcAft>
              <a:buSzPts val="6800"/>
              <a:buNone/>
              <a:defRPr sz="6800"/>
            </a:lvl2pPr>
            <a:lvl3pPr lvl="2" algn="ctr">
              <a:lnSpc>
                <a:spcPct val="100000"/>
              </a:lnSpc>
              <a:spcBef>
                <a:spcPts val="4700"/>
              </a:spcBef>
              <a:spcAft>
                <a:spcPts val="0"/>
              </a:spcAft>
              <a:buSzPts val="6100"/>
              <a:buNone/>
              <a:defRPr sz="6100"/>
            </a:lvl3pPr>
            <a:lvl4pPr lvl="3" algn="ctr">
              <a:spcBef>
                <a:spcPts val="4700"/>
              </a:spcBef>
              <a:spcAft>
                <a:spcPts val="0"/>
              </a:spcAft>
              <a:buSzPts val="5500"/>
              <a:buNone/>
              <a:defRPr sz="5500"/>
            </a:lvl4pPr>
            <a:lvl5pPr lvl="4" algn="ctr">
              <a:spcBef>
                <a:spcPts val="1100"/>
              </a:spcBef>
              <a:spcAft>
                <a:spcPts val="0"/>
              </a:spcAft>
              <a:buSzPts val="5500"/>
              <a:buNone/>
              <a:defRPr sz="5500"/>
            </a:lvl5pPr>
            <a:lvl6pPr lvl="5" algn="ctr">
              <a:spcBef>
                <a:spcPts val="1100"/>
              </a:spcBef>
              <a:spcAft>
                <a:spcPts val="0"/>
              </a:spcAft>
              <a:buClr>
                <a:schemeClr val="dk1"/>
              </a:buClr>
              <a:buSzPts val="5500"/>
              <a:buNone/>
              <a:defRPr sz="5500"/>
            </a:lvl6pPr>
            <a:lvl7pPr lvl="6" algn="ctr">
              <a:spcBef>
                <a:spcPts val="1100"/>
              </a:spcBef>
              <a:spcAft>
                <a:spcPts val="0"/>
              </a:spcAft>
              <a:buClr>
                <a:schemeClr val="dk1"/>
              </a:buClr>
              <a:buSzPts val="5500"/>
              <a:buNone/>
              <a:defRPr sz="5500"/>
            </a:lvl7pPr>
            <a:lvl8pPr lvl="7" algn="ctr">
              <a:spcBef>
                <a:spcPts val="1100"/>
              </a:spcBef>
              <a:spcAft>
                <a:spcPts val="0"/>
              </a:spcAft>
              <a:buClr>
                <a:schemeClr val="dk1"/>
              </a:buClr>
              <a:buSzPts val="5500"/>
              <a:buNone/>
              <a:defRPr sz="5500"/>
            </a:lvl8pPr>
            <a:lvl9pPr lvl="8" algn="ctr">
              <a:spcBef>
                <a:spcPts val="1100"/>
              </a:spcBef>
              <a:spcAft>
                <a:spcPts val="0"/>
              </a:spcAft>
              <a:buClr>
                <a:schemeClr val="dk1"/>
              </a:buClr>
              <a:buSzPts val="5500"/>
              <a:buNone/>
              <a:defRPr sz="5500"/>
            </a:lvl9pPr>
          </a:lstStyle>
          <a:p>
            <a:endParaRPr/>
          </a:p>
        </p:txBody>
      </p:sp>
      <p:sp>
        <p:nvSpPr>
          <p:cNvPr id="14" name="Google Shape;14;p2"/>
          <p:cNvSpPr txBox="1">
            <a:spLocks noGrp="1"/>
          </p:cNvSpPr>
          <p:nvPr>
            <p:ph type="body" idx="2"/>
          </p:nvPr>
        </p:nvSpPr>
        <p:spPr>
          <a:xfrm>
            <a:off x="2269465" y="30222133"/>
            <a:ext cx="25737000" cy="4985700"/>
          </a:xfrm>
          <a:prstGeom prst="rect">
            <a:avLst/>
          </a:prstGeom>
          <a:noFill/>
          <a:ln>
            <a:noFill/>
          </a:ln>
        </p:spPr>
        <p:txBody>
          <a:bodyPr spcFirstLastPara="1" wrap="square" lIns="367100" tIns="183500" rIns="367100" bIns="183500" anchor="t" anchorCtr="0">
            <a:normAutofit/>
          </a:bodyPr>
          <a:lstStyle>
            <a:lvl1pPr marL="457200" lvl="0" indent="-228600" algn="ctr">
              <a:lnSpc>
                <a:spcPct val="100000"/>
              </a:lnSpc>
              <a:spcBef>
                <a:spcPts val="4700"/>
              </a:spcBef>
              <a:spcAft>
                <a:spcPts val="0"/>
              </a:spcAft>
              <a:buSzPts val="8000"/>
              <a:buNone/>
              <a:defRPr sz="8000" b="1">
                <a:solidFill>
                  <a:schemeClr val="lt2"/>
                </a:solidFill>
              </a:defRPr>
            </a:lvl1pPr>
            <a:lvl2pPr marL="914400" lvl="1" indent="-228600" algn="l">
              <a:lnSpc>
                <a:spcPct val="100000"/>
              </a:lnSpc>
              <a:spcBef>
                <a:spcPts val="4700"/>
              </a:spcBef>
              <a:spcAft>
                <a:spcPts val="0"/>
              </a:spcAft>
              <a:buSzPts val="14100"/>
              <a:buNone/>
              <a:defRPr/>
            </a:lvl2pPr>
            <a:lvl3pPr marL="1371600" lvl="2" indent="-228600" algn="l">
              <a:lnSpc>
                <a:spcPct val="100000"/>
              </a:lnSpc>
              <a:spcBef>
                <a:spcPts val="4700"/>
              </a:spcBef>
              <a:spcAft>
                <a:spcPts val="0"/>
              </a:spcAft>
              <a:buSzPts val="14100"/>
              <a:buNone/>
              <a:defRPr/>
            </a:lvl3pPr>
            <a:lvl4pPr marL="1828800" lvl="3" indent="-228600" algn="l">
              <a:spcBef>
                <a:spcPts val="4700"/>
              </a:spcBef>
              <a:spcAft>
                <a:spcPts val="0"/>
              </a:spcAft>
              <a:buSzPts val="10600"/>
              <a:buNone/>
              <a:defRPr/>
            </a:lvl4pPr>
            <a:lvl5pPr marL="2286000" lvl="4" indent="-228600" algn="l">
              <a:spcBef>
                <a:spcPts val="2100"/>
              </a:spcBef>
              <a:spcAft>
                <a:spcPts val="0"/>
              </a:spcAft>
              <a:buSzPts val="10600"/>
              <a:buNone/>
              <a:defRPr/>
            </a:lvl5pPr>
            <a:lvl6pPr marL="2743200" lvl="5" indent="-685800" algn="l">
              <a:spcBef>
                <a:spcPts val="1400"/>
              </a:spcBef>
              <a:spcAft>
                <a:spcPts val="0"/>
              </a:spcAft>
              <a:buClr>
                <a:schemeClr val="dk1"/>
              </a:buClr>
              <a:buSzPts val="7200"/>
              <a:buChar char="•"/>
              <a:defRPr/>
            </a:lvl6pPr>
            <a:lvl7pPr marL="3200400" lvl="6" indent="-685800" algn="l">
              <a:spcBef>
                <a:spcPts val="1400"/>
              </a:spcBef>
              <a:spcAft>
                <a:spcPts val="0"/>
              </a:spcAft>
              <a:buClr>
                <a:schemeClr val="dk1"/>
              </a:buClr>
              <a:buSzPts val="7200"/>
              <a:buChar char="•"/>
              <a:defRPr/>
            </a:lvl7pPr>
            <a:lvl8pPr marL="3657600" lvl="7" indent="-685800" algn="l">
              <a:spcBef>
                <a:spcPts val="1400"/>
              </a:spcBef>
              <a:spcAft>
                <a:spcPts val="0"/>
              </a:spcAft>
              <a:buClr>
                <a:schemeClr val="dk1"/>
              </a:buClr>
              <a:buSzPts val="7200"/>
              <a:buChar char="•"/>
              <a:defRPr/>
            </a:lvl8pPr>
            <a:lvl9pPr marL="4114800" lvl="8" indent="-685800" algn="l">
              <a:spcBef>
                <a:spcPts val="1400"/>
              </a:spcBef>
              <a:spcAft>
                <a:spcPts val="0"/>
              </a:spcAft>
              <a:buClr>
                <a:schemeClr val="dk1"/>
              </a:buClr>
              <a:buSzPts val="7200"/>
              <a:buChar char="•"/>
              <a:defRPr/>
            </a:lvl9pPr>
          </a:lstStyle>
          <a:p>
            <a:endParaRPr/>
          </a:p>
        </p:txBody>
      </p:sp>
      <p:sp>
        <p:nvSpPr>
          <p:cNvPr id="15" name="Google Shape;15;p2"/>
          <p:cNvSpPr>
            <a:spLocks noGrp="1"/>
          </p:cNvSpPr>
          <p:nvPr>
            <p:ph type="pic" idx="3"/>
          </p:nvPr>
        </p:nvSpPr>
        <p:spPr>
          <a:xfrm>
            <a:off x="2270081" y="2347117"/>
            <a:ext cx="25735800" cy="13729800"/>
          </a:xfrm>
          <a:prstGeom prst="rect">
            <a:avLst/>
          </a:prstGeom>
          <a:noFill/>
          <a:ln>
            <a:noFill/>
          </a:ln>
        </p:spPr>
      </p:sp>
      <p:sp>
        <p:nvSpPr>
          <p:cNvPr id="16" name="Google Shape;16;p2"/>
          <p:cNvSpPr txBox="1">
            <a:spLocks noGrp="1"/>
          </p:cNvSpPr>
          <p:nvPr>
            <p:ph type="body" idx="4"/>
          </p:nvPr>
        </p:nvSpPr>
        <p:spPr>
          <a:xfrm>
            <a:off x="2269465" y="35703823"/>
            <a:ext cx="25737000" cy="3324000"/>
          </a:xfrm>
          <a:prstGeom prst="rect">
            <a:avLst/>
          </a:prstGeom>
          <a:noFill/>
          <a:ln>
            <a:noFill/>
          </a:ln>
        </p:spPr>
        <p:txBody>
          <a:bodyPr spcFirstLastPara="1" wrap="square" lIns="367100" tIns="183500" rIns="367100" bIns="183500" anchor="t" anchorCtr="0">
            <a:normAutofit/>
          </a:bodyPr>
          <a:lstStyle>
            <a:lvl1pPr marL="457200" lvl="0" indent="-228600" algn="ctr">
              <a:lnSpc>
                <a:spcPct val="90000"/>
              </a:lnSpc>
              <a:spcBef>
                <a:spcPts val="3400"/>
              </a:spcBef>
              <a:spcAft>
                <a:spcPts val="0"/>
              </a:spcAft>
              <a:buSzPts val="8000"/>
              <a:buFont typeface="Arial"/>
              <a:buNone/>
              <a:defRPr sz="8000">
                <a:solidFill>
                  <a:schemeClr val="dk1"/>
                </a:solidFill>
                <a:latin typeface="Arial"/>
                <a:ea typeface="Arial"/>
                <a:cs typeface="Arial"/>
                <a:sym typeface="Arial"/>
              </a:defRPr>
            </a:lvl1pPr>
            <a:lvl2pPr marL="914400" lvl="1" indent="-228600" algn="l">
              <a:lnSpc>
                <a:spcPct val="100000"/>
              </a:lnSpc>
              <a:spcBef>
                <a:spcPts val="4700"/>
              </a:spcBef>
              <a:spcAft>
                <a:spcPts val="0"/>
              </a:spcAft>
              <a:buSzPts val="14100"/>
              <a:buNone/>
              <a:defRPr/>
            </a:lvl2pPr>
            <a:lvl3pPr marL="1371600" lvl="2" indent="-228600" algn="l">
              <a:lnSpc>
                <a:spcPct val="100000"/>
              </a:lnSpc>
              <a:spcBef>
                <a:spcPts val="4700"/>
              </a:spcBef>
              <a:spcAft>
                <a:spcPts val="0"/>
              </a:spcAft>
              <a:buSzPts val="14100"/>
              <a:buNone/>
              <a:defRPr/>
            </a:lvl3pPr>
            <a:lvl4pPr marL="1828800" lvl="3" indent="-228600" algn="l">
              <a:spcBef>
                <a:spcPts val="4700"/>
              </a:spcBef>
              <a:spcAft>
                <a:spcPts val="0"/>
              </a:spcAft>
              <a:buSzPts val="10600"/>
              <a:buNone/>
              <a:defRPr/>
            </a:lvl4pPr>
            <a:lvl5pPr marL="2286000" lvl="4" indent="-228600" algn="l">
              <a:spcBef>
                <a:spcPts val="2100"/>
              </a:spcBef>
              <a:spcAft>
                <a:spcPts val="0"/>
              </a:spcAft>
              <a:buSzPts val="10600"/>
              <a:buNone/>
              <a:defRPr/>
            </a:lvl5pPr>
            <a:lvl6pPr marL="2743200" lvl="5" indent="-685800" algn="l">
              <a:spcBef>
                <a:spcPts val="1400"/>
              </a:spcBef>
              <a:spcAft>
                <a:spcPts val="0"/>
              </a:spcAft>
              <a:buClr>
                <a:schemeClr val="dk1"/>
              </a:buClr>
              <a:buSzPts val="7200"/>
              <a:buChar char="•"/>
              <a:defRPr/>
            </a:lvl6pPr>
            <a:lvl7pPr marL="3200400" lvl="6" indent="-685800" algn="l">
              <a:spcBef>
                <a:spcPts val="1400"/>
              </a:spcBef>
              <a:spcAft>
                <a:spcPts val="0"/>
              </a:spcAft>
              <a:buClr>
                <a:schemeClr val="dk1"/>
              </a:buClr>
              <a:buSzPts val="7200"/>
              <a:buChar char="•"/>
              <a:defRPr/>
            </a:lvl7pPr>
            <a:lvl8pPr marL="3657600" lvl="7" indent="-685800" algn="l">
              <a:spcBef>
                <a:spcPts val="1400"/>
              </a:spcBef>
              <a:spcAft>
                <a:spcPts val="0"/>
              </a:spcAft>
              <a:buClr>
                <a:schemeClr val="dk1"/>
              </a:buClr>
              <a:buSzPts val="7200"/>
              <a:buChar char="•"/>
              <a:defRPr/>
            </a:lvl8pPr>
            <a:lvl9pPr marL="4114800" lvl="8" indent="-685800" algn="l">
              <a:spcBef>
                <a:spcPts val="1400"/>
              </a:spcBef>
              <a:spcAft>
                <a:spcPts val="0"/>
              </a:spcAft>
              <a:buClr>
                <a:schemeClr val="dk1"/>
              </a:buClr>
              <a:buSzPts val="7200"/>
              <a:buChar char="•"/>
              <a:defRPr/>
            </a:lvl9pPr>
          </a:lstStyle>
          <a:p>
            <a:endParaRPr/>
          </a:p>
        </p:txBody>
      </p:sp>
      <p:sp>
        <p:nvSpPr>
          <p:cNvPr id="17" name="Google Shape;17;p2"/>
          <p:cNvSpPr/>
          <p:nvPr/>
        </p:nvSpPr>
        <p:spPr>
          <a:xfrm>
            <a:off x="0" y="11933321"/>
            <a:ext cx="30271784" cy="6684849"/>
          </a:xfrm>
          <a:custGeom>
            <a:avLst/>
            <a:gdLst/>
            <a:ahLst/>
            <a:cxnLst/>
            <a:rect l="l" t="t" r="r" b="b"/>
            <a:pathLst>
              <a:path w="7360920" h="1488002" extrusionOk="0">
                <a:moveTo>
                  <a:pt x="0" y="0"/>
                </a:moveTo>
                <a:lnTo>
                  <a:pt x="384493" y="0"/>
                </a:lnTo>
                <a:lnTo>
                  <a:pt x="384493" y="942698"/>
                </a:lnTo>
                <a:cubicBezTo>
                  <a:pt x="1335101" y="738505"/>
                  <a:pt x="2482375" y="628204"/>
                  <a:pt x="3687763" y="628204"/>
                </a:cubicBezTo>
                <a:cubicBezTo>
                  <a:pt x="4893151" y="628204"/>
                  <a:pt x="6040425" y="738505"/>
                  <a:pt x="6991033" y="942698"/>
                </a:cubicBezTo>
                <a:lnTo>
                  <a:pt x="6991033" y="0"/>
                </a:lnTo>
                <a:lnTo>
                  <a:pt x="7360920" y="0"/>
                </a:lnTo>
                <a:lnTo>
                  <a:pt x="7360920" y="1488002"/>
                </a:lnTo>
                <a:lnTo>
                  <a:pt x="0" y="1488002"/>
                </a:lnTo>
                <a:lnTo>
                  <a:pt x="0" y="0"/>
                </a:lnTo>
                <a:close/>
              </a:path>
            </a:pathLst>
          </a:custGeom>
          <a:solidFill>
            <a:schemeClr val="lt1"/>
          </a:solidFill>
          <a:ln>
            <a:noFill/>
          </a:ln>
        </p:spPr>
        <p:txBody>
          <a:bodyPr spcFirstLastPara="1" wrap="square" lIns="367100" tIns="183500" rIns="367100" bIns="183500" anchor="ctr" anchorCtr="0">
            <a:noAutofit/>
          </a:bodyPr>
          <a:lstStyle/>
          <a:p>
            <a:pPr marL="0" marR="0" lvl="0" indent="0" algn="ctr" rtl="0">
              <a:spcBef>
                <a:spcPts val="0"/>
              </a:spcBef>
              <a:spcAft>
                <a:spcPts val="0"/>
              </a:spcAft>
              <a:buNone/>
            </a:pPr>
            <a:endParaRPr sz="6400" b="0" i="0" u="none" strike="noStrike" cap="none">
              <a:solidFill>
                <a:schemeClr val="dk1"/>
              </a:solidFill>
              <a:latin typeface="Arial"/>
              <a:ea typeface="Arial"/>
              <a:cs typeface="Arial"/>
              <a:sym typeface="Arial"/>
            </a:endParaRPr>
          </a:p>
        </p:txBody>
      </p:sp>
      <p:sp>
        <p:nvSpPr>
          <p:cNvPr id="18" name="Google Shape;18;p2"/>
          <p:cNvSpPr txBox="1">
            <a:spLocks noGrp="1"/>
          </p:cNvSpPr>
          <p:nvPr>
            <p:ph type="ctrTitle"/>
          </p:nvPr>
        </p:nvSpPr>
        <p:spPr>
          <a:xfrm>
            <a:off x="2270700" y="17939218"/>
            <a:ext cx="25734600" cy="6925500"/>
          </a:xfrm>
          <a:prstGeom prst="rect">
            <a:avLst/>
          </a:prstGeom>
          <a:noFill/>
          <a:ln>
            <a:noFill/>
          </a:ln>
        </p:spPr>
        <p:txBody>
          <a:bodyPr spcFirstLastPara="1" wrap="square" lIns="367100" tIns="183500" rIns="367100" bIns="183500" anchor="ctr" anchorCtr="0">
            <a:normAutofit/>
          </a:bodyPr>
          <a:lstStyle>
            <a:lvl1pPr lvl="0" algn="ctr">
              <a:spcBef>
                <a:spcPts val="0"/>
              </a:spcBef>
              <a:spcAft>
                <a:spcPts val="0"/>
              </a:spcAft>
              <a:buClr>
                <a:schemeClr val="lt2"/>
              </a:buClr>
              <a:buSzPts val="20500"/>
              <a:buFont typeface="Archivo"/>
              <a:buNone/>
              <a:defRPr sz="20500" b="1">
                <a:solidFill>
                  <a:schemeClr val="lt2"/>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Flyer_Picture">
  <p:cSld name="1_Flyer_Picture">
    <p:bg>
      <p:bgPr>
        <a:solidFill>
          <a:schemeClr val="dk1"/>
        </a:solidFill>
        <a:effectLst/>
      </p:bgPr>
    </p:bg>
    <p:spTree>
      <p:nvGrpSpPr>
        <p:cNvPr id="1" name="Shape 32"/>
        <p:cNvGrpSpPr/>
        <p:nvPr/>
      </p:nvGrpSpPr>
      <p:grpSpPr>
        <a:xfrm>
          <a:off x="0" y="0"/>
          <a:ext cx="0" cy="0"/>
          <a:chOff x="0" y="0"/>
          <a:chExt cx="0" cy="0"/>
        </a:xfrm>
      </p:grpSpPr>
      <p:sp>
        <p:nvSpPr>
          <p:cNvPr id="33" name="Google Shape;33;p5"/>
          <p:cNvSpPr txBox="1">
            <a:spLocks noGrp="1"/>
          </p:cNvSpPr>
          <p:nvPr>
            <p:ph type="subTitle" idx="1"/>
          </p:nvPr>
        </p:nvSpPr>
        <p:spPr>
          <a:xfrm>
            <a:off x="2270700" y="25600825"/>
            <a:ext cx="25734600" cy="4124700"/>
          </a:xfrm>
          <a:prstGeom prst="rect">
            <a:avLst/>
          </a:prstGeom>
          <a:noFill/>
          <a:ln>
            <a:noFill/>
          </a:ln>
        </p:spPr>
        <p:txBody>
          <a:bodyPr spcFirstLastPara="1" wrap="square" lIns="367100" tIns="183500" rIns="367100" bIns="183500" anchor="ctr" anchorCtr="0">
            <a:normAutofit/>
          </a:bodyPr>
          <a:lstStyle>
            <a:lvl1pPr lvl="0" algn="ctr">
              <a:lnSpc>
                <a:spcPct val="100000"/>
              </a:lnSpc>
              <a:spcBef>
                <a:spcPts val="4700"/>
              </a:spcBef>
              <a:spcAft>
                <a:spcPts val="0"/>
              </a:spcAft>
              <a:buSzPts val="8000"/>
              <a:buNone/>
              <a:defRPr sz="8000">
                <a:solidFill>
                  <a:schemeClr val="lt1"/>
                </a:solidFill>
              </a:defRPr>
            </a:lvl1pPr>
            <a:lvl2pPr lvl="1" algn="ctr">
              <a:lnSpc>
                <a:spcPct val="100000"/>
              </a:lnSpc>
              <a:spcBef>
                <a:spcPts val="4700"/>
              </a:spcBef>
              <a:spcAft>
                <a:spcPts val="0"/>
              </a:spcAft>
              <a:buSzPts val="6800"/>
              <a:buNone/>
              <a:defRPr sz="6800"/>
            </a:lvl2pPr>
            <a:lvl3pPr lvl="2" algn="ctr">
              <a:lnSpc>
                <a:spcPct val="100000"/>
              </a:lnSpc>
              <a:spcBef>
                <a:spcPts val="4700"/>
              </a:spcBef>
              <a:spcAft>
                <a:spcPts val="0"/>
              </a:spcAft>
              <a:buSzPts val="6100"/>
              <a:buNone/>
              <a:defRPr sz="6100"/>
            </a:lvl3pPr>
            <a:lvl4pPr lvl="3" algn="ctr">
              <a:spcBef>
                <a:spcPts val="4700"/>
              </a:spcBef>
              <a:spcAft>
                <a:spcPts val="0"/>
              </a:spcAft>
              <a:buSzPts val="5500"/>
              <a:buNone/>
              <a:defRPr sz="5500"/>
            </a:lvl4pPr>
            <a:lvl5pPr lvl="4" algn="ctr">
              <a:spcBef>
                <a:spcPts val="1100"/>
              </a:spcBef>
              <a:spcAft>
                <a:spcPts val="0"/>
              </a:spcAft>
              <a:buSzPts val="5500"/>
              <a:buNone/>
              <a:defRPr sz="5500"/>
            </a:lvl5pPr>
            <a:lvl6pPr lvl="5" algn="ctr">
              <a:spcBef>
                <a:spcPts val="1100"/>
              </a:spcBef>
              <a:spcAft>
                <a:spcPts val="0"/>
              </a:spcAft>
              <a:buClr>
                <a:schemeClr val="dk1"/>
              </a:buClr>
              <a:buSzPts val="5500"/>
              <a:buNone/>
              <a:defRPr sz="5500"/>
            </a:lvl6pPr>
            <a:lvl7pPr lvl="6" algn="ctr">
              <a:spcBef>
                <a:spcPts val="1100"/>
              </a:spcBef>
              <a:spcAft>
                <a:spcPts val="0"/>
              </a:spcAft>
              <a:buClr>
                <a:schemeClr val="dk1"/>
              </a:buClr>
              <a:buSzPts val="5500"/>
              <a:buNone/>
              <a:defRPr sz="5500"/>
            </a:lvl7pPr>
            <a:lvl8pPr lvl="7" algn="ctr">
              <a:spcBef>
                <a:spcPts val="1100"/>
              </a:spcBef>
              <a:spcAft>
                <a:spcPts val="0"/>
              </a:spcAft>
              <a:buClr>
                <a:schemeClr val="dk1"/>
              </a:buClr>
              <a:buSzPts val="5500"/>
              <a:buNone/>
              <a:defRPr sz="5500"/>
            </a:lvl8pPr>
            <a:lvl9pPr lvl="8" algn="ctr">
              <a:spcBef>
                <a:spcPts val="1100"/>
              </a:spcBef>
              <a:spcAft>
                <a:spcPts val="0"/>
              </a:spcAft>
              <a:buClr>
                <a:schemeClr val="dk1"/>
              </a:buClr>
              <a:buSzPts val="5500"/>
              <a:buNone/>
              <a:defRPr sz="5500"/>
            </a:lvl9pPr>
          </a:lstStyle>
          <a:p>
            <a:endParaRPr/>
          </a:p>
        </p:txBody>
      </p:sp>
      <p:sp>
        <p:nvSpPr>
          <p:cNvPr id="34" name="Google Shape;34;p5"/>
          <p:cNvSpPr txBox="1">
            <a:spLocks noGrp="1"/>
          </p:cNvSpPr>
          <p:nvPr>
            <p:ph type="body" idx="2"/>
          </p:nvPr>
        </p:nvSpPr>
        <p:spPr>
          <a:xfrm>
            <a:off x="2269465" y="30222133"/>
            <a:ext cx="25737000" cy="4985700"/>
          </a:xfrm>
          <a:prstGeom prst="rect">
            <a:avLst/>
          </a:prstGeom>
          <a:noFill/>
          <a:ln>
            <a:noFill/>
          </a:ln>
        </p:spPr>
        <p:txBody>
          <a:bodyPr spcFirstLastPara="1" wrap="square" lIns="367100" tIns="183500" rIns="367100" bIns="183500" anchor="t" anchorCtr="0">
            <a:normAutofit/>
          </a:bodyPr>
          <a:lstStyle>
            <a:lvl1pPr marL="457200" lvl="0" indent="-228600" algn="ctr">
              <a:lnSpc>
                <a:spcPct val="100000"/>
              </a:lnSpc>
              <a:spcBef>
                <a:spcPts val="4700"/>
              </a:spcBef>
              <a:spcAft>
                <a:spcPts val="0"/>
              </a:spcAft>
              <a:buSzPts val="8000"/>
              <a:buNone/>
              <a:defRPr sz="8000" b="1">
                <a:solidFill>
                  <a:schemeClr val="lt1"/>
                </a:solidFill>
              </a:defRPr>
            </a:lvl1pPr>
            <a:lvl2pPr marL="914400" lvl="1" indent="-228600" algn="l">
              <a:lnSpc>
                <a:spcPct val="100000"/>
              </a:lnSpc>
              <a:spcBef>
                <a:spcPts val="4700"/>
              </a:spcBef>
              <a:spcAft>
                <a:spcPts val="0"/>
              </a:spcAft>
              <a:buSzPts val="14100"/>
              <a:buNone/>
              <a:defRPr/>
            </a:lvl2pPr>
            <a:lvl3pPr marL="1371600" lvl="2" indent="-228600" algn="l">
              <a:lnSpc>
                <a:spcPct val="100000"/>
              </a:lnSpc>
              <a:spcBef>
                <a:spcPts val="4700"/>
              </a:spcBef>
              <a:spcAft>
                <a:spcPts val="0"/>
              </a:spcAft>
              <a:buSzPts val="14100"/>
              <a:buNone/>
              <a:defRPr/>
            </a:lvl3pPr>
            <a:lvl4pPr marL="1828800" lvl="3" indent="-228600" algn="l">
              <a:spcBef>
                <a:spcPts val="4700"/>
              </a:spcBef>
              <a:spcAft>
                <a:spcPts val="0"/>
              </a:spcAft>
              <a:buSzPts val="10600"/>
              <a:buNone/>
              <a:defRPr/>
            </a:lvl4pPr>
            <a:lvl5pPr marL="2286000" lvl="4" indent="-228600" algn="l">
              <a:spcBef>
                <a:spcPts val="2100"/>
              </a:spcBef>
              <a:spcAft>
                <a:spcPts val="0"/>
              </a:spcAft>
              <a:buSzPts val="10600"/>
              <a:buNone/>
              <a:defRPr/>
            </a:lvl5pPr>
            <a:lvl6pPr marL="2743200" lvl="5" indent="-685800" algn="l">
              <a:spcBef>
                <a:spcPts val="1400"/>
              </a:spcBef>
              <a:spcAft>
                <a:spcPts val="0"/>
              </a:spcAft>
              <a:buClr>
                <a:schemeClr val="dk1"/>
              </a:buClr>
              <a:buSzPts val="7200"/>
              <a:buChar char="•"/>
              <a:defRPr/>
            </a:lvl6pPr>
            <a:lvl7pPr marL="3200400" lvl="6" indent="-685800" algn="l">
              <a:spcBef>
                <a:spcPts val="1400"/>
              </a:spcBef>
              <a:spcAft>
                <a:spcPts val="0"/>
              </a:spcAft>
              <a:buClr>
                <a:schemeClr val="dk1"/>
              </a:buClr>
              <a:buSzPts val="7200"/>
              <a:buChar char="•"/>
              <a:defRPr/>
            </a:lvl7pPr>
            <a:lvl8pPr marL="3657600" lvl="7" indent="-685800" algn="l">
              <a:spcBef>
                <a:spcPts val="1400"/>
              </a:spcBef>
              <a:spcAft>
                <a:spcPts val="0"/>
              </a:spcAft>
              <a:buClr>
                <a:schemeClr val="dk1"/>
              </a:buClr>
              <a:buSzPts val="7200"/>
              <a:buChar char="•"/>
              <a:defRPr/>
            </a:lvl8pPr>
            <a:lvl9pPr marL="4114800" lvl="8" indent="-685800" algn="l">
              <a:spcBef>
                <a:spcPts val="1400"/>
              </a:spcBef>
              <a:spcAft>
                <a:spcPts val="0"/>
              </a:spcAft>
              <a:buClr>
                <a:schemeClr val="dk1"/>
              </a:buClr>
              <a:buSzPts val="7200"/>
              <a:buChar char="•"/>
              <a:defRPr/>
            </a:lvl9pPr>
          </a:lstStyle>
          <a:p>
            <a:endParaRPr/>
          </a:p>
        </p:txBody>
      </p:sp>
      <p:sp>
        <p:nvSpPr>
          <p:cNvPr id="35" name="Google Shape;35;p5"/>
          <p:cNvSpPr>
            <a:spLocks noGrp="1"/>
          </p:cNvSpPr>
          <p:nvPr>
            <p:ph type="pic" idx="3"/>
          </p:nvPr>
        </p:nvSpPr>
        <p:spPr>
          <a:xfrm>
            <a:off x="2270081" y="2347117"/>
            <a:ext cx="25735800" cy="13729800"/>
          </a:xfrm>
          <a:prstGeom prst="rect">
            <a:avLst/>
          </a:prstGeom>
          <a:noFill/>
          <a:ln>
            <a:noFill/>
          </a:ln>
        </p:spPr>
      </p:sp>
      <p:sp>
        <p:nvSpPr>
          <p:cNvPr id="36" name="Google Shape;36;p5"/>
          <p:cNvSpPr txBox="1">
            <a:spLocks noGrp="1"/>
          </p:cNvSpPr>
          <p:nvPr>
            <p:ph type="body" idx="4"/>
          </p:nvPr>
        </p:nvSpPr>
        <p:spPr>
          <a:xfrm>
            <a:off x="2269465" y="35703823"/>
            <a:ext cx="25737000" cy="3324000"/>
          </a:xfrm>
          <a:prstGeom prst="rect">
            <a:avLst/>
          </a:prstGeom>
          <a:noFill/>
          <a:ln>
            <a:noFill/>
          </a:ln>
        </p:spPr>
        <p:txBody>
          <a:bodyPr spcFirstLastPara="1" wrap="square" lIns="367100" tIns="183500" rIns="367100" bIns="183500" anchor="t" anchorCtr="0">
            <a:normAutofit/>
          </a:bodyPr>
          <a:lstStyle>
            <a:lvl1pPr marL="457200" lvl="0" indent="-228600" algn="ctr">
              <a:lnSpc>
                <a:spcPct val="90000"/>
              </a:lnSpc>
              <a:spcBef>
                <a:spcPts val="3400"/>
              </a:spcBef>
              <a:spcAft>
                <a:spcPts val="0"/>
              </a:spcAft>
              <a:buSzPts val="8000"/>
              <a:buFont typeface="Arial"/>
              <a:buNone/>
              <a:defRPr sz="8000">
                <a:solidFill>
                  <a:schemeClr val="lt1"/>
                </a:solidFill>
                <a:latin typeface="Arial"/>
                <a:ea typeface="Arial"/>
                <a:cs typeface="Arial"/>
                <a:sym typeface="Arial"/>
              </a:defRPr>
            </a:lvl1pPr>
            <a:lvl2pPr marL="914400" lvl="1" indent="-228600" algn="l">
              <a:lnSpc>
                <a:spcPct val="100000"/>
              </a:lnSpc>
              <a:spcBef>
                <a:spcPts val="4700"/>
              </a:spcBef>
              <a:spcAft>
                <a:spcPts val="0"/>
              </a:spcAft>
              <a:buSzPts val="14100"/>
              <a:buNone/>
              <a:defRPr/>
            </a:lvl2pPr>
            <a:lvl3pPr marL="1371600" lvl="2" indent="-228600" algn="l">
              <a:lnSpc>
                <a:spcPct val="100000"/>
              </a:lnSpc>
              <a:spcBef>
                <a:spcPts val="4700"/>
              </a:spcBef>
              <a:spcAft>
                <a:spcPts val="0"/>
              </a:spcAft>
              <a:buSzPts val="14100"/>
              <a:buNone/>
              <a:defRPr/>
            </a:lvl3pPr>
            <a:lvl4pPr marL="1828800" lvl="3" indent="-228600" algn="l">
              <a:spcBef>
                <a:spcPts val="4700"/>
              </a:spcBef>
              <a:spcAft>
                <a:spcPts val="0"/>
              </a:spcAft>
              <a:buSzPts val="10600"/>
              <a:buNone/>
              <a:defRPr/>
            </a:lvl4pPr>
            <a:lvl5pPr marL="2286000" lvl="4" indent="-228600" algn="l">
              <a:spcBef>
                <a:spcPts val="2100"/>
              </a:spcBef>
              <a:spcAft>
                <a:spcPts val="0"/>
              </a:spcAft>
              <a:buSzPts val="10600"/>
              <a:buNone/>
              <a:defRPr/>
            </a:lvl5pPr>
            <a:lvl6pPr marL="2743200" lvl="5" indent="-685800" algn="l">
              <a:spcBef>
                <a:spcPts val="1400"/>
              </a:spcBef>
              <a:spcAft>
                <a:spcPts val="0"/>
              </a:spcAft>
              <a:buClr>
                <a:schemeClr val="dk1"/>
              </a:buClr>
              <a:buSzPts val="7200"/>
              <a:buChar char="•"/>
              <a:defRPr/>
            </a:lvl6pPr>
            <a:lvl7pPr marL="3200400" lvl="6" indent="-685800" algn="l">
              <a:spcBef>
                <a:spcPts val="1400"/>
              </a:spcBef>
              <a:spcAft>
                <a:spcPts val="0"/>
              </a:spcAft>
              <a:buClr>
                <a:schemeClr val="dk1"/>
              </a:buClr>
              <a:buSzPts val="7200"/>
              <a:buChar char="•"/>
              <a:defRPr/>
            </a:lvl7pPr>
            <a:lvl8pPr marL="3657600" lvl="7" indent="-685800" algn="l">
              <a:spcBef>
                <a:spcPts val="1400"/>
              </a:spcBef>
              <a:spcAft>
                <a:spcPts val="0"/>
              </a:spcAft>
              <a:buClr>
                <a:schemeClr val="dk1"/>
              </a:buClr>
              <a:buSzPts val="7200"/>
              <a:buChar char="•"/>
              <a:defRPr/>
            </a:lvl8pPr>
            <a:lvl9pPr marL="4114800" lvl="8" indent="-685800" algn="l">
              <a:spcBef>
                <a:spcPts val="1400"/>
              </a:spcBef>
              <a:spcAft>
                <a:spcPts val="0"/>
              </a:spcAft>
              <a:buClr>
                <a:schemeClr val="dk1"/>
              </a:buClr>
              <a:buSzPts val="7200"/>
              <a:buChar char="•"/>
              <a:defRPr/>
            </a:lvl9pPr>
          </a:lstStyle>
          <a:p>
            <a:endParaRPr/>
          </a:p>
        </p:txBody>
      </p:sp>
      <p:sp>
        <p:nvSpPr>
          <p:cNvPr id="37" name="Google Shape;37;p5"/>
          <p:cNvSpPr/>
          <p:nvPr/>
        </p:nvSpPr>
        <p:spPr>
          <a:xfrm>
            <a:off x="1623138" y="14855793"/>
            <a:ext cx="27101204" cy="3862949"/>
          </a:xfrm>
          <a:custGeom>
            <a:avLst/>
            <a:gdLst/>
            <a:ahLst/>
            <a:cxnLst/>
            <a:rect l="l" t="t" r="r" b="b"/>
            <a:pathLst>
              <a:path w="6957947" h="907861" extrusionOk="0">
                <a:moveTo>
                  <a:pt x="3477222" y="0"/>
                </a:moveTo>
                <a:cubicBezTo>
                  <a:pt x="4590896" y="0"/>
                  <a:pt x="5657589" y="89170"/>
                  <a:pt x="6579294" y="255902"/>
                </a:cubicBezTo>
                <a:lnTo>
                  <a:pt x="6957947" y="330653"/>
                </a:lnTo>
                <a:lnTo>
                  <a:pt x="6957947" y="907861"/>
                </a:lnTo>
                <a:lnTo>
                  <a:pt x="0" y="907861"/>
                </a:lnTo>
                <a:lnTo>
                  <a:pt x="0" y="329961"/>
                </a:lnTo>
                <a:lnTo>
                  <a:pt x="375151" y="255902"/>
                </a:lnTo>
                <a:cubicBezTo>
                  <a:pt x="1296856" y="89170"/>
                  <a:pt x="2363548" y="0"/>
                  <a:pt x="3477222" y="0"/>
                </a:cubicBezTo>
                <a:close/>
              </a:path>
            </a:pathLst>
          </a:custGeom>
          <a:solidFill>
            <a:schemeClr val="dk1"/>
          </a:solidFill>
          <a:ln>
            <a:noFill/>
          </a:ln>
        </p:spPr>
        <p:txBody>
          <a:bodyPr spcFirstLastPara="1" wrap="square" lIns="367100" tIns="183500" rIns="367100" bIns="183500" anchor="ctr" anchorCtr="0">
            <a:noAutofit/>
          </a:bodyPr>
          <a:lstStyle/>
          <a:p>
            <a:pPr marL="0" marR="0" lvl="0" indent="0" algn="ctr" rtl="0">
              <a:spcBef>
                <a:spcPts val="0"/>
              </a:spcBef>
              <a:spcAft>
                <a:spcPts val="0"/>
              </a:spcAft>
              <a:buNone/>
            </a:pPr>
            <a:endParaRPr sz="6400">
              <a:solidFill>
                <a:schemeClr val="dk1"/>
              </a:solidFill>
              <a:latin typeface="Arial"/>
              <a:ea typeface="Arial"/>
              <a:cs typeface="Arial"/>
              <a:sym typeface="Arial"/>
            </a:endParaRPr>
          </a:p>
        </p:txBody>
      </p:sp>
      <p:sp>
        <p:nvSpPr>
          <p:cNvPr id="38" name="Google Shape;38;p5"/>
          <p:cNvSpPr txBox="1">
            <a:spLocks noGrp="1"/>
          </p:cNvSpPr>
          <p:nvPr>
            <p:ph type="ctrTitle"/>
          </p:nvPr>
        </p:nvSpPr>
        <p:spPr>
          <a:xfrm>
            <a:off x="2270700" y="17939218"/>
            <a:ext cx="25734600" cy="6925500"/>
          </a:xfrm>
          <a:prstGeom prst="rect">
            <a:avLst/>
          </a:prstGeom>
          <a:noFill/>
          <a:ln>
            <a:noFill/>
          </a:ln>
        </p:spPr>
        <p:txBody>
          <a:bodyPr spcFirstLastPara="1" wrap="square" lIns="367100" tIns="183500" rIns="367100" bIns="183500" anchor="ctr" anchorCtr="0">
            <a:normAutofit/>
          </a:bodyPr>
          <a:lstStyle>
            <a:lvl1pPr lvl="0" algn="ctr">
              <a:spcBef>
                <a:spcPts val="0"/>
              </a:spcBef>
              <a:spcAft>
                <a:spcPts val="0"/>
              </a:spcAft>
              <a:buClr>
                <a:schemeClr val="lt1"/>
              </a:buClr>
              <a:buSzPts val="20500"/>
              <a:buFont typeface="Archivo"/>
              <a:buNone/>
              <a:defRPr sz="20500" b="1">
                <a:solidFill>
                  <a:schemeClr val="lt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39"/>
        <p:cNvGrpSpPr/>
        <p:nvPr/>
      </p:nvGrpSpPr>
      <p:grpSpPr>
        <a:xfrm>
          <a:off x="0" y="0"/>
          <a:ext cx="0" cy="0"/>
          <a:chOff x="0" y="0"/>
          <a:chExt cx="0" cy="0"/>
        </a:xfrm>
      </p:grpSpPr>
      <p:pic>
        <p:nvPicPr>
          <p:cNvPr id="40" name="Google Shape;40;p6"/>
          <p:cNvPicPr preferRelativeResize="0"/>
          <p:nvPr/>
        </p:nvPicPr>
        <p:blipFill rotWithShape="1">
          <a:blip r:embed="rId2">
            <a:alphaModFix/>
          </a:blip>
          <a:srcRect l="2703" r="2703"/>
          <a:stretch/>
        </p:blipFill>
        <p:spPr>
          <a:xfrm>
            <a:off x="0" y="0"/>
            <a:ext cx="30276000" cy="42842050"/>
          </a:xfrm>
          <a:prstGeom prst="rect">
            <a:avLst/>
          </a:prstGeom>
          <a:noFill/>
          <a:ln>
            <a:noFill/>
          </a:ln>
        </p:spPr>
      </p:pic>
      <p:sp>
        <p:nvSpPr>
          <p:cNvPr id="41" name="Google Shape;41;p6"/>
          <p:cNvSpPr txBox="1">
            <a:spLocks noGrp="1"/>
          </p:cNvSpPr>
          <p:nvPr>
            <p:ph type="ctrTitle"/>
          </p:nvPr>
        </p:nvSpPr>
        <p:spPr>
          <a:xfrm>
            <a:off x="1544078" y="17560083"/>
            <a:ext cx="26112900" cy="14223900"/>
          </a:xfrm>
          <a:prstGeom prst="rect">
            <a:avLst/>
          </a:prstGeom>
          <a:noFill/>
          <a:ln>
            <a:noFill/>
          </a:ln>
        </p:spPr>
        <p:txBody>
          <a:bodyPr spcFirstLastPara="1" wrap="square" lIns="367100" tIns="183500" rIns="367100" bIns="183500" anchor="b" anchorCtr="0">
            <a:spAutoFit/>
          </a:bodyPr>
          <a:lstStyle>
            <a:lvl1pPr lvl="0" algn="l">
              <a:lnSpc>
                <a:spcPct val="100000"/>
              </a:lnSpc>
              <a:spcBef>
                <a:spcPts val="0"/>
              </a:spcBef>
              <a:spcAft>
                <a:spcPts val="0"/>
              </a:spcAft>
              <a:buClr>
                <a:schemeClr val="dk1"/>
              </a:buClr>
              <a:buSzPts val="28300"/>
              <a:buFont typeface="Archivo"/>
              <a:buNone/>
              <a:defRPr sz="28300">
                <a:solidFill>
                  <a:schemeClr val="dk1"/>
                </a:solidFill>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a:endParaRPr/>
          </a:p>
        </p:txBody>
      </p:sp>
      <p:sp>
        <p:nvSpPr>
          <p:cNvPr id="42" name="Google Shape;42;p6"/>
          <p:cNvSpPr txBox="1">
            <a:spLocks noGrp="1"/>
          </p:cNvSpPr>
          <p:nvPr>
            <p:ph type="subTitle" idx="1"/>
          </p:nvPr>
        </p:nvSpPr>
        <p:spPr>
          <a:xfrm>
            <a:off x="1544078" y="31732035"/>
            <a:ext cx="26112900" cy="2442300"/>
          </a:xfrm>
          <a:prstGeom prst="rect">
            <a:avLst/>
          </a:prstGeom>
          <a:noFill/>
          <a:ln>
            <a:noFill/>
          </a:ln>
        </p:spPr>
        <p:txBody>
          <a:bodyPr spcFirstLastPara="1" wrap="square" lIns="367100" tIns="183500" rIns="0" bIns="183500" anchor="t" anchorCtr="0">
            <a:spAutoFit/>
          </a:bodyPr>
          <a:lstStyle>
            <a:lvl1pPr lvl="0" algn="l">
              <a:lnSpc>
                <a:spcPct val="100000"/>
              </a:lnSpc>
              <a:spcBef>
                <a:spcPts val="0"/>
              </a:spcBef>
              <a:spcAft>
                <a:spcPts val="0"/>
              </a:spcAft>
              <a:buSzPts val="12600"/>
              <a:buNone/>
              <a:defRPr sz="12600" b="0" i="0">
                <a:solidFill>
                  <a:schemeClr val="dk1"/>
                </a:solidFill>
                <a:latin typeface="Archivo"/>
                <a:ea typeface="Archivo"/>
                <a:cs typeface="Archivo"/>
                <a:sym typeface="Archivo"/>
              </a:defRPr>
            </a:lvl1pPr>
            <a:lvl2pPr lvl="1" algn="l">
              <a:lnSpc>
                <a:spcPct val="100000"/>
              </a:lnSpc>
              <a:spcBef>
                <a:spcPts val="4700"/>
              </a:spcBef>
              <a:spcAft>
                <a:spcPts val="0"/>
              </a:spcAft>
              <a:buSzPts val="7200"/>
              <a:buNone/>
              <a:defRPr/>
            </a:lvl2pPr>
            <a:lvl3pPr lvl="2" algn="l">
              <a:lnSpc>
                <a:spcPct val="100000"/>
              </a:lnSpc>
              <a:spcBef>
                <a:spcPts val="4700"/>
              </a:spcBef>
              <a:spcAft>
                <a:spcPts val="0"/>
              </a:spcAft>
              <a:buSzPts val="7200"/>
              <a:buNone/>
              <a:defRPr/>
            </a:lvl3pPr>
            <a:lvl4pPr lvl="3" algn="l">
              <a:spcBef>
                <a:spcPts val="4700"/>
              </a:spcBef>
              <a:spcAft>
                <a:spcPts val="0"/>
              </a:spcAft>
              <a:buSzPts val="7200"/>
              <a:buChar char="–"/>
              <a:defRPr/>
            </a:lvl4pPr>
            <a:lvl5pPr lvl="4" algn="l">
              <a:spcBef>
                <a:spcPts val="1400"/>
              </a:spcBef>
              <a:spcAft>
                <a:spcPts val="0"/>
              </a:spcAft>
              <a:buSzPts val="7200"/>
              <a:buChar char="»"/>
              <a:defRPr/>
            </a:lvl5pPr>
            <a:lvl6pPr lvl="5" algn="l">
              <a:spcBef>
                <a:spcPts val="1400"/>
              </a:spcBef>
              <a:spcAft>
                <a:spcPts val="0"/>
              </a:spcAft>
              <a:buClr>
                <a:schemeClr val="dk1"/>
              </a:buClr>
              <a:buSzPts val="7200"/>
              <a:buChar char="•"/>
              <a:defRPr/>
            </a:lvl6pPr>
            <a:lvl7pPr lvl="6" algn="l">
              <a:spcBef>
                <a:spcPts val="1400"/>
              </a:spcBef>
              <a:spcAft>
                <a:spcPts val="0"/>
              </a:spcAft>
              <a:buClr>
                <a:schemeClr val="dk1"/>
              </a:buClr>
              <a:buSzPts val="7200"/>
              <a:buChar char="•"/>
              <a:defRPr/>
            </a:lvl7pPr>
            <a:lvl8pPr lvl="7" algn="l">
              <a:spcBef>
                <a:spcPts val="1400"/>
              </a:spcBef>
              <a:spcAft>
                <a:spcPts val="0"/>
              </a:spcAft>
              <a:buClr>
                <a:schemeClr val="dk1"/>
              </a:buClr>
              <a:buSzPts val="7200"/>
              <a:buChar char="•"/>
              <a:defRPr/>
            </a:lvl8pPr>
            <a:lvl9pPr lvl="8" algn="l">
              <a:spcBef>
                <a:spcPts val="1400"/>
              </a:spcBef>
              <a:spcAft>
                <a:spcPts val="0"/>
              </a:spcAft>
              <a:buClr>
                <a:schemeClr val="dk1"/>
              </a:buClr>
              <a:buSzPts val="72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White Background">
  <p:cSld name="Blank White Background">
    <p:spTree>
      <p:nvGrpSpPr>
        <p:cNvPr id="1" name="Shape 43"/>
        <p:cNvGrpSpPr/>
        <p:nvPr/>
      </p:nvGrpSpPr>
      <p:grpSpPr>
        <a:xfrm>
          <a:off x="0" y="0"/>
          <a:ext cx="0" cy="0"/>
          <a:chOff x="0" y="0"/>
          <a:chExt cx="0" cy="0"/>
        </a:xfrm>
      </p:grpSpPr>
      <p:sp>
        <p:nvSpPr>
          <p:cNvPr id="44" name="Google Shape;44;p7"/>
          <p:cNvSpPr txBox="1">
            <a:spLocks noGrp="1"/>
          </p:cNvSpPr>
          <p:nvPr>
            <p:ph type="ftr" idx="11"/>
          </p:nvPr>
        </p:nvSpPr>
        <p:spPr>
          <a:xfrm>
            <a:off x="90827" y="40102595"/>
            <a:ext cx="10218000" cy="2285400"/>
          </a:xfrm>
          <a:prstGeom prst="rect">
            <a:avLst/>
          </a:prstGeom>
          <a:noFill/>
          <a:ln>
            <a:noFill/>
          </a:ln>
        </p:spPr>
        <p:txBody>
          <a:bodyPr spcFirstLastPara="1" wrap="square" lIns="367100" tIns="183500" rIns="367100" bIns="183500" anchor="ctr" anchorCtr="0">
            <a:noAutofit/>
          </a:bodyPr>
          <a:lstStyle>
            <a:lvl1pPr marR="0" lvl="0" algn="l" rtl="0">
              <a:spcBef>
                <a:spcPts val="0"/>
              </a:spcBef>
              <a:spcAft>
                <a:spcPts val="0"/>
              </a:spcAft>
              <a:buSzPts val="5600"/>
              <a:buNone/>
              <a:defRPr sz="6300" b="0" i="0">
                <a:solidFill>
                  <a:srgbClr val="7D8B99"/>
                </a:solidFill>
                <a:latin typeface="Archivo"/>
                <a:ea typeface="Archivo"/>
                <a:cs typeface="Archivo"/>
                <a:sym typeface="Archivo"/>
              </a:defRPr>
            </a:lvl1pPr>
            <a:lvl2pPr marR="0" lvl="1" algn="l" rtl="0">
              <a:spcBef>
                <a:spcPts val="0"/>
              </a:spcBef>
              <a:spcAft>
                <a:spcPts val="0"/>
              </a:spcAft>
              <a:buSzPts val="5600"/>
              <a:buNone/>
              <a:defRPr sz="7200" b="0" i="0" u="none" strike="noStrike" cap="none">
                <a:solidFill>
                  <a:schemeClr val="dk1"/>
                </a:solidFill>
                <a:latin typeface="Arial"/>
                <a:ea typeface="Arial"/>
                <a:cs typeface="Arial"/>
                <a:sym typeface="Arial"/>
              </a:defRPr>
            </a:lvl2pPr>
            <a:lvl3pPr marR="0" lvl="2" algn="l" rtl="0">
              <a:spcBef>
                <a:spcPts val="0"/>
              </a:spcBef>
              <a:spcAft>
                <a:spcPts val="0"/>
              </a:spcAft>
              <a:buSzPts val="5600"/>
              <a:buNone/>
              <a:defRPr sz="7200" b="0" i="0" u="none" strike="noStrike" cap="none">
                <a:solidFill>
                  <a:schemeClr val="dk1"/>
                </a:solidFill>
                <a:latin typeface="Arial"/>
                <a:ea typeface="Arial"/>
                <a:cs typeface="Arial"/>
                <a:sym typeface="Arial"/>
              </a:defRPr>
            </a:lvl3pPr>
            <a:lvl4pPr marR="0" lvl="3" algn="l" rtl="0">
              <a:spcBef>
                <a:spcPts val="0"/>
              </a:spcBef>
              <a:spcAft>
                <a:spcPts val="0"/>
              </a:spcAft>
              <a:buSzPts val="5600"/>
              <a:buNone/>
              <a:defRPr sz="7200" b="0" i="0" u="none" strike="noStrike" cap="none">
                <a:solidFill>
                  <a:schemeClr val="dk1"/>
                </a:solidFill>
                <a:latin typeface="Arial"/>
                <a:ea typeface="Arial"/>
                <a:cs typeface="Arial"/>
                <a:sym typeface="Arial"/>
              </a:defRPr>
            </a:lvl4pPr>
            <a:lvl5pPr marR="0" lvl="4" algn="l" rtl="0">
              <a:spcBef>
                <a:spcPts val="0"/>
              </a:spcBef>
              <a:spcAft>
                <a:spcPts val="0"/>
              </a:spcAft>
              <a:buSzPts val="5600"/>
              <a:buNone/>
              <a:defRPr sz="7200" b="0" i="0" u="none" strike="noStrike" cap="none">
                <a:solidFill>
                  <a:schemeClr val="dk1"/>
                </a:solidFill>
                <a:latin typeface="Arial"/>
                <a:ea typeface="Arial"/>
                <a:cs typeface="Arial"/>
                <a:sym typeface="Arial"/>
              </a:defRPr>
            </a:lvl5pPr>
            <a:lvl6pPr marR="0" lvl="5" algn="l" rtl="0">
              <a:spcBef>
                <a:spcPts val="0"/>
              </a:spcBef>
              <a:spcAft>
                <a:spcPts val="0"/>
              </a:spcAft>
              <a:buSzPts val="5600"/>
              <a:buNone/>
              <a:defRPr sz="7200" b="0" i="0" u="none" strike="noStrike" cap="none">
                <a:solidFill>
                  <a:schemeClr val="dk1"/>
                </a:solidFill>
                <a:latin typeface="Arial"/>
                <a:ea typeface="Arial"/>
                <a:cs typeface="Arial"/>
                <a:sym typeface="Arial"/>
              </a:defRPr>
            </a:lvl6pPr>
            <a:lvl7pPr marR="0" lvl="6" algn="l" rtl="0">
              <a:spcBef>
                <a:spcPts val="0"/>
              </a:spcBef>
              <a:spcAft>
                <a:spcPts val="0"/>
              </a:spcAft>
              <a:buSzPts val="5600"/>
              <a:buNone/>
              <a:defRPr sz="7200" b="0" i="0" u="none" strike="noStrike" cap="none">
                <a:solidFill>
                  <a:schemeClr val="dk1"/>
                </a:solidFill>
                <a:latin typeface="Arial"/>
                <a:ea typeface="Arial"/>
                <a:cs typeface="Arial"/>
                <a:sym typeface="Arial"/>
              </a:defRPr>
            </a:lvl7pPr>
            <a:lvl8pPr marR="0" lvl="7" algn="l" rtl="0">
              <a:spcBef>
                <a:spcPts val="0"/>
              </a:spcBef>
              <a:spcAft>
                <a:spcPts val="0"/>
              </a:spcAft>
              <a:buSzPts val="5600"/>
              <a:buNone/>
              <a:defRPr sz="7200" b="0" i="0" u="none" strike="noStrike" cap="none">
                <a:solidFill>
                  <a:schemeClr val="dk1"/>
                </a:solidFill>
                <a:latin typeface="Arial"/>
                <a:ea typeface="Arial"/>
                <a:cs typeface="Arial"/>
                <a:sym typeface="Arial"/>
              </a:defRPr>
            </a:lvl8pPr>
            <a:lvl9pPr marR="0" lvl="8" algn="l" rtl="0">
              <a:spcBef>
                <a:spcPts val="0"/>
              </a:spcBef>
              <a:spcAft>
                <a:spcPts val="0"/>
              </a:spcAft>
              <a:buSzPts val="5600"/>
              <a:buNone/>
              <a:defRPr sz="7200" b="0"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576877" y="1141440"/>
            <a:ext cx="27127200" cy="7229100"/>
          </a:xfrm>
          <a:prstGeom prst="rect">
            <a:avLst/>
          </a:prstGeom>
          <a:noFill/>
          <a:ln>
            <a:noFill/>
          </a:ln>
        </p:spPr>
        <p:txBody>
          <a:bodyPr spcFirstLastPara="1" wrap="square" lIns="367100" tIns="183500" rIns="367100" bIns="183500" anchor="ctr" anchorCtr="0">
            <a:normAutofit/>
          </a:bodyPr>
          <a:lstStyle>
            <a:lvl1pPr marR="0" lvl="0" algn="l" rtl="0">
              <a:spcBef>
                <a:spcPts val="0"/>
              </a:spcBef>
              <a:spcAft>
                <a:spcPts val="0"/>
              </a:spcAft>
              <a:buClr>
                <a:srgbClr val="0F2E66"/>
              </a:buClr>
              <a:buSzPts val="22000"/>
              <a:buFont typeface="Archivo"/>
              <a:buNone/>
              <a:defRPr sz="22000" b="1" i="0" u="none" strike="noStrike" cap="none">
                <a:solidFill>
                  <a:srgbClr val="0F2E66"/>
                </a:solidFill>
                <a:latin typeface="Archivo"/>
                <a:ea typeface="Archivo"/>
                <a:cs typeface="Archivo"/>
                <a:sym typeface="Archivo"/>
              </a:defRPr>
            </a:lvl1pPr>
            <a:lvl2pPr lvl="1">
              <a:spcBef>
                <a:spcPts val="0"/>
              </a:spcBef>
              <a:spcAft>
                <a:spcPts val="0"/>
              </a:spcAft>
              <a:buSzPts val="5600"/>
              <a:buNone/>
              <a:defRPr sz="7200"/>
            </a:lvl2pPr>
            <a:lvl3pPr lvl="2">
              <a:spcBef>
                <a:spcPts val="0"/>
              </a:spcBef>
              <a:spcAft>
                <a:spcPts val="0"/>
              </a:spcAft>
              <a:buSzPts val="5600"/>
              <a:buNone/>
              <a:defRPr sz="7200"/>
            </a:lvl3pPr>
            <a:lvl4pPr lvl="3">
              <a:spcBef>
                <a:spcPts val="0"/>
              </a:spcBef>
              <a:spcAft>
                <a:spcPts val="0"/>
              </a:spcAft>
              <a:buSzPts val="5600"/>
              <a:buNone/>
              <a:defRPr sz="7200"/>
            </a:lvl4pPr>
            <a:lvl5pPr lvl="4">
              <a:spcBef>
                <a:spcPts val="0"/>
              </a:spcBef>
              <a:spcAft>
                <a:spcPts val="0"/>
              </a:spcAft>
              <a:buSzPts val="5600"/>
              <a:buNone/>
              <a:defRPr sz="7200"/>
            </a:lvl5pPr>
            <a:lvl6pPr lvl="5">
              <a:spcBef>
                <a:spcPts val="0"/>
              </a:spcBef>
              <a:spcAft>
                <a:spcPts val="0"/>
              </a:spcAft>
              <a:buSzPts val="5600"/>
              <a:buNone/>
              <a:defRPr sz="7200"/>
            </a:lvl6pPr>
            <a:lvl7pPr lvl="6">
              <a:spcBef>
                <a:spcPts val="0"/>
              </a:spcBef>
              <a:spcAft>
                <a:spcPts val="0"/>
              </a:spcAft>
              <a:buSzPts val="5600"/>
              <a:buNone/>
              <a:defRPr sz="7200"/>
            </a:lvl7pPr>
            <a:lvl8pPr lvl="7">
              <a:spcBef>
                <a:spcPts val="0"/>
              </a:spcBef>
              <a:spcAft>
                <a:spcPts val="0"/>
              </a:spcAft>
              <a:buSzPts val="5600"/>
              <a:buNone/>
              <a:defRPr sz="7200"/>
            </a:lvl8pPr>
            <a:lvl9pPr lvl="8">
              <a:spcBef>
                <a:spcPts val="0"/>
              </a:spcBef>
              <a:spcAft>
                <a:spcPts val="0"/>
              </a:spcAft>
              <a:buSzPts val="5600"/>
              <a:buNone/>
              <a:defRPr sz="7200"/>
            </a:lvl9pPr>
          </a:lstStyle>
          <a:p>
            <a:endParaRPr/>
          </a:p>
        </p:txBody>
      </p:sp>
      <p:sp>
        <p:nvSpPr>
          <p:cNvPr id="11" name="Google Shape;11;p1"/>
          <p:cNvSpPr txBox="1">
            <a:spLocks noGrp="1"/>
          </p:cNvSpPr>
          <p:nvPr>
            <p:ph type="body" idx="1"/>
          </p:nvPr>
        </p:nvSpPr>
        <p:spPr>
          <a:xfrm>
            <a:off x="1576877" y="10201888"/>
            <a:ext cx="27122100" cy="28440600"/>
          </a:xfrm>
          <a:prstGeom prst="rect">
            <a:avLst/>
          </a:prstGeom>
          <a:noFill/>
          <a:ln>
            <a:noFill/>
          </a:ln>
        </p:spPr>
        <p:txBody>
          <a:bodyPr spcFirstLastPara="1" wrap="square" lIns="367100" tIns="183500" rIns="367100" bIns="183500" anchor="t" anchorCtr="0">
            <a:normAutofit/>
          </a:bodyPr>
          <a:lstStyle>
            <a:lvl1pPr marL="457200" marR="0" lvl="0" indent="-228600" algn="l" rtl="0">
              <a:lnSpc>
                <a:spcPct val="100000"/>
              </a:lnSpc>
              <a:spcBef>
                <a:spcPts val="4700"/>
              </a:spcBef>
              <a:spcAft>
                <a:spcPts val="0"/>
              </a:spcAft>
              <a:buClr>
                <a:srgbClr val="0F2E66"/>
              </a:buClr>
              <a:buSzPts val="14100"/>
              <a:buFont typeface="Arial"/>
              <a:buNone/>
              <a:defRPr sz="14100" b="0" i="0" u="none" strike="noStrike" cap="none">
                <a:solidFill>
                  <a:srgbClr val="0F2E66"/>
                </a:solidFill>
                <a:latin typeface="Archivo"/>
                <a:ea typeface="Archivo"/>
                <a:cs typeface="Archivo"/>
                <a:sym typeface="Archivo"/>
              </a:defRPr>
            </a:lvl1pPr>
            <a:lvl2pPr marL="914400" marR="0" lvl="1" indent="-228600" algn="l" rtl="0">
              <a:lnSpc>
                <a:spcPct val="100000"/>
              </a:lnSpc>
              <a:spcBef>
                <a:spcPts val="4700"/>
              </a:spcBef>
              <a:spcAft>
                <a:spcPts val="0"/>
              </a:spcAft>
              <a:buClr>
                <a:srgbClr val="0F2E66"/>
              </a:buClr>
              <a:buSzPts val="14100"/>
              <a:buFont typeface="Arial"/>
              <a:buNone/>
              <a:defRPr sz="14100" b="0" i="0" u="none" strike="noStrike" cap="none">
                <a:solidFill>
                  <a:srgbClr val="0F2E66"/>
                </a:solidFill>
                <a:latin typeface="Archivo"/>
                <a:ea typeface="Archivo"/>
                <a:cs typeface="Archivo"/>
                <a:sym typeface="Archivo"/>
              </a:defRPr>
            </a:lvl2pPr>
            <a:lvl3pPr marL="1371600" marR="0" lvl="2" indent="-228600" algn="l" rtl="0">
              <a:lnSpc>
                <a:spcPct val="100000"/>
              </a:lnSpc>
              <a:spcBef>
                <a:spcPts val="4700"/>
              </a:spcBef>
              <a:spcAft>
                <a:spcPts val="0"/>
              </a:spcAft>
              <a:buClr>
                <a:srgbClr val="0F2E66"/>
              </a:buClr>
              <a:buSzPts val="14100"/>
              <a:buFont typeface="Arial"/>
              <a:buNone/>
              <a:defRPr sz="14100" b="0" i="0" u="none" strike="noStrike" cap="none">
                <a:solidFill>
                  <a:srgbClr val="0F2E66"/>
                </a:solidFill>
                <a:latin typeface="Archivo"/>
                <a:ea typeface="Archivo"/>
                <a:cs typeface="Archivo"/>
                <a:sym typeface="Archivo"/>
              </a:defRPr>
            </a:lvl3pPr>
            <a:lvl4pPr marL="1828800" marR="0" lvl="3" indent="-901700" algn="l" rtl="0">
              <a:spcBef>
                <a:spcPts val="4700"/>
              </a:spcBef>
              <a:spcAft>
                <a:spcPts val="0"/>
              </a:spcAft>
              <a:buClr>
                <a:srgbClr val="5D87A1"/>
              </a:buClr>
              <a:buSzPts val="10600"/>
              <a:buFont typeface="Arial"/>
              <a:buChar char="–"/>
              <a:defRPr sz="10600" b="0" i="0" u="none" strike="noStrike" cap="none">
                <a:solidFill>
                  <a:srgbClr val="7F7F7F"/>
                </a:solidFill>
                <a:latin typeface="Arial"/>
                <a:ea typeface="Arial"/>
                <a:cs typeface="Arial"/>
                <a:sym typeface="Arial"/>
              </a:defRPr>
            </a:lvl4pPr>
            <a:lvl5pPr marL="2286000" marR="0" lvl="4" indent="-901700" algn="l" rtl="0">
              <a:spcBef>
                <a:spcPts val="2100"/>
              </a:spcBef>
              <a:spcAft>
                <a:spcPts val="0"/>
              </a:spcAft>
              <a:buClr>
                <a:srgbClr val="5D87A1"/>
              </a:buClr>
              <a:buSzPts val="10600"/>
              <a:buFont typeface="Arial"/>
              <a:buChar char="»"/>
              <a:defRPr sz="10600" b="0" i="0" u="none" strike="noStrike" cap="none">
                <a:solidFill>
                  <a:srgbClr val="7F7F7F"/>
                </a:solidFill>
                <a:latin typeface="Arial"/>
                <a:ea typeface="Arial"/>
                <a:cs typeface="Arial"/>
                <a:sym typeface="Arial"/>
              </a:defRPr>
            </a:lvl5pPr>
            <a:lvl6pPr marL="2743200" marR="0" lvl="5" indent="-977900" algn="l" rtl="0">
              <a:spcBef>
                <a:spcPts val="2400"/>
              </a:spcBef>
              <a:spcAft>
                <a:spcPts val="0"/>
              </a:spcAft>
              <a:buClr>
                <a:schemeClr val="dk1"/>
              </a:buClr>
              <a:buSzPts val="11800"/>
              <a:buFont typeface="Arial"/>
              <a:buChar char="•"/>
              <a:defRPr sz="11800" b="0" i="0" u="none" strike="noStrike" cap="none">
                <a:solidFill>
                  <a:schemeClr val="dk1"/>
                </a:solidFill>
                <a:latin typeface="Arial"/>
                <a:ea typeface="Arial"/>
                <a:cs typeface="Arial"/>
                <a:sym typeface="Arial"/>
              </a:defRPr>
            </a:lvl6pPr>
            <a:lvl7pPr marL="3200400" marR="0" lvl="6" indent="-977900" algn="l" rtl="0">
              <a:spcBef>
                <a:spcPts val="2400"/>
              </a:spcBef>
              <a:spcAft>
                <a:spcPts val="0"/>
              </a:spcAft>
              <a:buClr>
                <a:schemeClr val="dk1"/>
              </a:buClr>
              <a:buSzPts val="11800"/>
              <a:buFont typeface="Arial"/>
              <a:buChar char="•"/>
              <a:defRPr sz="11800" b="0" i="0" u="none" strike="noStrike" cap="none">
                <a:solidFill>
                  <a:schemeClr val="dk1"/>
                </a:solidFill>
                <a:latin typeface="Arial"/>
                <a:ea typeface="Arial"/>
                <a:cs typeface="Arial"/>
                <a:sym typeface="Arial"/>
              </a:defRPr>
            </a:lvl7pPr>
            <a:lvl8pPr marL="3657600" marR="0" lvl="7" indent="-977900" algn="l" rtl="0">
              <a:spcBef>
                <a:spcPts val="2400"/>
              </a:spcBef>
              <a:spcAft>
                <a:spcPts val="0"/>
              </a:spcAft>
              <a:buClr>
                <a:schemeClr val="dk1"/>
              </a:buClr>
              <a:buSzPts val="11800"/>
              <a:buFont typeface="Arial"/>
              <a:buChar char="•"/>
              <a:defRPr sz="11800" b="0" i="0" u="none" strike="noStrike" cap="none">
                <a:solidFill>
                  <a:schemeClr val="dk1"/>
                </a:solidFill>
                <a:latin typeface="Arial"/>
                <a:ea typeface="Arial"/>
                <a:cs typeface="Arial"/>
                <a:sym typeface="Arial"/>
              </a:defRPr>
            </a:lvl8pPr>
            <a:lvl9pPr marL="4114800" marR="0" lvl="8" indent="-977900" algn="l" rtl="0">
              <a:spcBef>
                <a:spcPts val="2400"/>
              </a:spcBef>
              <a:spcAft>
                <a:spcPts val="0"/>
              </a:spcAft>
              <a:buClr>
                <a:schemeClr val="dk1"/>
              </a:buClr>
              <a:buSzPts val="11800"/>
              <a:buFont typeface="Arial"/>
              <a:buChar char="•"/>
              <a:defRPr sz="1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07"/>
        <p:cNvGrpSpPr/>
        <p:nvPr/>
      </p:nvGrpSpPr>
      <p:grpSpPr>
        <a:xfrm>
          <a:off x="0" y="0"/>
          <a:ext cx="0" cy="0"/>
          <a:chOff x="0" y="0"/>
          <a:chExt cx="0" cy="0"/>
        </a:xfrm>
      </p:grpSpPr>
      <p:pic>
        <p:nvPicPr>
          <p:cNvPr id="108" name="Google Shape;108;p11"/>
          <p:cNvPicPr preferRelativeResize="0"/>
          <p:nvPr/>
        </p:nvPicPr>
        <p:blipFill>
          <a:blip r:embed="rId3">
            <a:alphaModFix/>
          </a:blip>
          <a:stretch>
            <a:fillRect/>
          </a:stretch>
        </p:blipFill>
        <p:spPr>
          <a:xfrm>
            <a:off x="1643556" y="1517506"/>
            <a:ext cx="4477479" cy="2115647"/>
          </a:xfrm>
          <a:prstGeom prst="rect">
            <a:avLst/>
          </a:prstGeom>
          <a:noFill/>
          <a:ln>
            <a:noFill/>
          </a:ln>
        </p:spPr>
      </p:pic>
      <p:sp>
        <p:nvSpPr>
          <p:cNvPr id="109" name="Google Shape;109;p11"/>
          <p:cNvSpPr/>
          <p:nvPr/>
        </p:nvSpPr>
        <p:spPr>
          <a:xfrm>
            <a:off x="931800" y="5068401"/>
            <a:ext cx="28450800" cy="5963108"/>
          </a:xfrm>
          <a:prstGeom prst="roundRect">
            <a:avLst>
              <a:gd name="adj" fmla="val 1187"/>
            </a:avLst>
          </a:prstGeom>
          <a:solidFill>
            <a:schemeClr val="accent6"/>
          </a:solidFill>
          <a:ln>
            <a:noFill/>
          </a:ln>
        </p:spPr>
        <p:txBody>
          <a:bodyPr spcFirstLastPara="1" wrap="square" lIns="550700" tIns="367100" rIns="550700" bIns="183500" anchor="t" anchorCtr="0">
            <a:noAutofit/>
          </a:bodyPr>
          <a:lstStyle/>
          <a:p>
            <a:pPr marR="0" lvl="0" indent="0" algn="l" rtl="0">
              <a:spcAft>
                <a:spcPts val="1200"/>
              </a:spcAft>
              <a:buNone/>
            </a:pPr>
            <a:r>
              <a:rPr lang="en-US" sz="5600" b="1" dirty="0">
                <a:solidFill>
                  <a:srgbClr val="0F2E66"/>
                </a:solidFill>
                <a:latin typeface="Archivo"/>
                <a:ea typeface="Archivo"/>
                <a:cs typeface="Archivo"/>
                <a:sym typeface="Archivo"/>
              </a:rPr>
              <a:t>Introduction</a:t>
            </a:r>
            <a:endParaRPr sz="5600" b="1" dirty="0">
              <a:solidFill>
                <a:srgbClr val="0F2E66"/>
              </a:solidFill>
              <a:latin typeface="Archivo"/>
              <a:ea typeface="Archivo"/>
              <a:cs typeface="Archivo"/>
              <a:sym typeface="Archivo"/>
            </a:endParaRPr>
          </a:p>
          <a:p>
            <a:pPr lvl="0" indent="0" algn="l" rtl="0">
              <a:spcAft>
                <a:spcPts val="1200"/>
              </a:spcAft>
              <a:buNone/>
            </a:pPr>
            <a:r>
              <a:rPr lang="en-IE" sz="3200" dirty="0">
                <a:solidFill>
                  <a:schemeClr val="dk1"/>
                </a:solidFill>
                <a:latin typeface="Archivo"/>
                <a:ea typeface="Archivo"/>
                <a:cs typeface="Archivo"/>
                <a:sym typeface="Archivo"/>
              </a:rPr>
              <a:t>Predicting the outcome of professional sporting events is a long-standing challenge with broad applications from athletic training to broadcast media engagement. Tennis offers a unique setting for machine learning because results are determined from one-to-one matches, with fewer confounding variables than team sports. Traditional match prediction relies heavily on official rankings that prioritize cumulative participation and tournament prestige over absolute strength of opposition and recent form.</a:t>
            </a:r>
          </a:p>
          <a:p>
            <a:pPr lvl="0" indent="0" algn="l" rtl="0">
              <a:spcAft>
                <a:spcPts val="1200"/>
              </a:spcAft>
              <a:buNone/>
            </a:pPr>
            <a:r>
              <a:rPr lang="en-IE" sz="3200" dirty="0">
                <a:solidFill>
                  <a:schemeClr val="dk1"/>
                </a:solidFill>
                <a:latin typeface="Archivo"/>
                <a:ea typeface="Archivo"/>
                <a:cs typeface="Archivo"/>
                <a:sym typeface="Archivo"/>
              </a:rPr>
              <a:t>This project establishes a machine learning framework to predict professional tennis match outcomes strictly using pre-match data. Using an extensive tabular dataset spanning over five decades of matches from the Association of Tennis Professionals (ATP), the project focuses on domain-driven feature engineering. Central to the methodology is the integration of dynamic “enhanced covariates”—such as Elo and </a:t>
            </a:r>
            <a:r>
              <a:rPr lang="en-IE" sz="3200" dirty="0" err="1">
                <a:solidFill>
                  <a:schemeClr val="dk1"/>
                </a:solidFill>
                <a:latin typeface="Archivo"/>
                <a:ea typeface="Archivo"/>
                <a:cs typeface="Archivo"/>
                <a:sym typeface="Archivo"/>
              </a:rPr>
              <a:t>Glicko</a:t>
            </a:r>
            <a:r>
              <a:rPr lang="en-IE" sz="3200" dirty="0">
                <a:solidFill>
                  <a:schemeClr val="dk1"/>
                </a:solidFill>
                <a:latin typeface="Archivo"/>
                <a:ea typeface="Archivo"/>
                <a:cs typeface="Archivo"/>
                <a:sym typeface="Archivo"/>
              </a:rPr>
              <a:t> </a:t>
            </a:r>
            <a:r>
              <a:rPr lang="en-IE" sz="3200" b="1" dirty="0">
                <a:solidFill>
                  <a:schemeClr val="dk1"/>
                </a:solidFill>
                <a:latin typeface="Archivo"/>
                <a:ea typeface="Archivo"/>
                <a:cs typeface="Archivo"/>
                <a:sym typeface="Archivo"/>
              </a:rPr>
              <a:t>[1]</a:t>
            </a:r>
            <a:r>
              <a:rPr lang="en-IE" sz="3200" dirty="0">
                <a:solidFill>
                  <a:schemeClr val="dk1"/>
                </a:solidFill>
                <a:latin typeface="Archivo"/>
                <a:ea typeface="Archivo"/>
                <a:cs typeface="Archivo"/>
                <a:sym typeface="Archivo"/>
              </a:rPr>
              <a:t> rating systems—computed strictly in chronological order to eliminate data leakage.</a:t>
            </a:r>
            <a:endParaRPr sz="3200" dirty="0">
              <a:solidFill>
                <a:schemeClr val="dk1"/>
              </a:solidFill>
              <a:latin typeface="Archivo"/>
              <a:ea typeface="Archivo"/>
              <a:cs typeface="Archivo"/>
              <a:sym typeface="Archivo"/>
            </a:endParaRPr>
          </a:p>
        </p:txBody>
      </p:sp>
      <p:sp>
        <p:nvSpPr>
          <p:cNvPr id="110" name="Google Shape;110;p11"/>
          <p:cNvSpPr txBox="1">
            <a:spLocks noGrp="1"/>
          </p:cNvSpPr>
          <p:nvPr>
            <p:ph type="ctrTitle" idx="4294967295"/>
          </p:nvPr>
        </p:nvSpPr>
        <p:spPr>
          <a:xfrm>
            <a:off x="8199750" y="445108"/>
            <a:ext cx="19805400" cy="4242300"/>
          </a:xfrm>
          <a:prstGeom prst="rect">
            <a:avLst/>
          </a:prstGeom>
          <a:noFill/>
          <a:ln>
            <a:noFill/>
          </a:ln>
        </p:spPr>
        <p:txBody>
          <a:bodyPr spcFirstLastPara="1" wrap="square" lIns="367100" tIns="183500" rIns="367100" bIns="183500" anchor="ctr" anchorCtr="0">
            <a:normAutofit fontScale="90000"/>
          </a:bodyPr>
          <a:lstStyle/>
          <a:p>
            <a:pPr marL="0" lvl="0" indent="0" algn="ctr" rtl="0">
              <a:spcBef>
                <a:spcPts val="0"/>
              </a:spcBef>
              <a:spcAft>
                <a:spcPts val="0"/>
              </a:spcAft>
              <a:buClr>
                <a:schemeClr val="lt1"/>
              </a:buClr>
              <a:buSzPts val="16600"/>
              <a:buFont typeface="Archivo"/>
              <a:buNone/>
            </a:pPr>
            <a:r>
              <a:rPr lang="en-IE" sz="9600" b="0" dirty="0">
                <a:solidFill>
                  <a:schemeClr val="lt1"/>
                </a:solidFill>
                <a:latin typeface="Arial"/>
                <a:ea typeface="Arial"/>
                <a:cs typeface="Arial"/>
                <a:sym typeface="Arial"/>
              </a:rPr>
              <a:t>Predicting the Results of Professional Tennis Matches with Machine Learning</a:t>
            </a:r>
          </a:p>
          <a:p>
            <a:pPr marL="0" lvl="0" indent="0" algn="ctr" rtl="0">
              <a:lnSpc>
                <a:spcPct val="150000"/>
              </a:lnSpc>
              <a:spcBef>
                <a:spcPts val="0"/>
              </a:spcBef>
              <a:spcAft>
                <a:spcPts val="0"/>
              </a:spcAft>
              <a:buClr>
                <a:schemeClr val="lt1"/>
              </a:buClr>
              <a:buSzPts val="16600"/>
              <a:buFont typeface="Archivo"/>
              <a:buNone/>
            </a:pPr>
            <a:r>
              <a:rPr lang="en-IE" sz="6700" b="0" dirty="0">
                <a:solidFill>
                  <a:schemeClr val="lt1"/>
                </a:solidFill>
                <a:latin typeface="Arial"/>
                <a:ea typeface="Arial"/>
                <a:cs typeface="Arial"/>
                <a:sym typeface="Arial"/>
              </a:rPr>
              <a:t>Sergio de Carvalho</a:t>
            </a:r>
          </a:p>
        </p:txBody>
      </p:sp>
      <p:sp>
        <p:nvSpPr>
          <p:cNvPr id="111" name="Google Shape;111;p11"/>
          <p:cNvSpPr/>
          <p:nvPr/>
        </p:nvSpPr>
        <p:spPr>
          <a:xfrm>
            <a:off x="931700" y="11672259"/>
            <a:ext cx="12626317" cy="12550404"/>
          </a:xfrm>
          <a:prstGeom prst="roundRect">
            <a:avLst>
              <a:gd name="adj" fmla="val 2769"/>
            </a:avLst>
          </a:prstGeom>
          <a:solidFill>
            <a:schemeClr val="accent1">
              <a:lumMod val="20000"/>
              <a:lumOff val="80000"/>
            </a:schemeClr>
          </a:solidFill>
          <a:ln>
            <a:noFill/>
          </a:ln>
        </p:spPr>
        <p:txBody>
          <a:bodyPr spcFirstLastPara="1" wrap="square" lIns="550700" tIns="367100" rIns="550700" bIns="183500" anchor="t" anchorCtr="0">
            <a:noAutofit/>
          </a:bodyPr>
          <a:lstStyle/>
          <a:p>
            <a:pPr marL="0" marR="0" lvl="0" indent="0" algn="l" rtl="0">
              <a:spcAft>
                <a:spcPts val="1200"/>
              </a:spcAft>
              <a:buNone/>
            </a:pPr>
            <a:r>
              <a:rPr lang="en-US" sz="5600" b="1" dirty="0">
                <a:solidFill>
                  <a:srgbClr val="0F2E66"/>
                </a:solidFill>
                <a:latin typeface="Archivo"/>
                <a:ea typeface="Archivo"/>
                <a:cs typeface="Archivo"/>
                <a:sym typeface="Archivo"/>
              </a:rPr>
              <a:t>Methodology</a:t>
            </a:r>
            <a:endParaRPr sz="5600" b="1" dirty="0">
              <a:solidFill>
                <a:srgbClr val="0F2E66"/>
              </a:solidFill>
              <a:latin typeface="Archivo"/>
              <a:ea typeface="Archivo"/>
              <a:cs typeface="Archivo"/>
              <a:sym typeface="Archivo"/>
            </a:endParaRPr>
          </a:p>
          <a:p>
            <a:pPr marL="457200" lvl="0" indent="-457200">
              <a:spcAft>
                <a:spcPts val="1200"/>
              </a:spcAft>
              <a:buFont typeface="Arial" panose="020B0604020202020204" pitchFamily="34" charset="0"/>
              <a:buChar char="•"/>
            </a:pPr>
            <a:r>
              <a:rPr lang="en-IE" sz="3200" dirty="0">
                <a:solidFill>
                  <a:srgbClr val="0F2E66"/>
                </a:solidFill>
                <a:latin typeface="Archivo"/>
                <a:ea typeface="Archivo"/>
                <a:cs typeface="Archivo"/>
                <a:sym typeface="Archivo"/>
              </a:rPr>
              <a:t>Aggregated historical records from 189,373 matches </a:t>
            </a:r>
            <a:r>
              <a:rPr lang="en-IE" sz="3200">
                <a:solidFill>
                  <a:srgbClr val="0F2E66"/>
                </a:solidFill>
                <a:latin typeface="Archivo"/>
                <a:ea typeface="Archivo"/>
                <a:cs typeface="Archivo"/>
                <a:sym typeface="Archivo"/>
              </a:rPr>
              <a:t>across tournaments </a:t>
            </a:r>
            <a:r>
              <a:rPr lang="en-IE" sz="3200" dirty="0">
                <a:solidFill>
                  <a:srgbClr val="0F2E66"/>
                </a:solidFill>
                <a:latin typeface="Archivo"/>
                <a:ea typeface="Archivo"/>
                <a:cs typeface="Archivo"/>
                <a:sym typeface="Archivo"/>
              </a:rPr>
              <a:t>from 1967 to 2024, covering 7,477 players</a:t>
            </a:r>
            <a:endParaRPr lang="en-IE" sz="3200" b="1" dirty="0">
              <a:solidFill>
                <a:srgbClr val="0F2E66"/>
              </a:solidFill>
              <a:latin typeface="Archivo"/>
              <a:ea typeface="Archivo"/>
              <a:cs typeface="Archivo"/>
              <a:sym typeface="Archivo"/>
            </a:endParaRPr>
          </a:p>
          <a:p>
            <a:pPr marL="457200" lvl="0" indent="-457200">
              <a:spcAft>
                <a:spcPts val="1200"/>
              </a:spcAft>
              <a:buFont typeface="Arial" panose="020B0604020202020204" pitchFamily="34" charset="0"/>
              <a:buChar char="•"/>
            </a:pPr>
            <a:r>
              <a:rPr lang="en-IE" sz="3200" dirty="0">
                <a:solidFill>
                  <a:srgbClr val="0F2E66"/>
                </a:solidFill>
                <a:latin typeface="Archivo"/>
                <a:ea typeface="Archivo"/>
                <a:cs typeface="Archivo"/>
                <a:sym typeface="Archivo"/>
              </a:rPr>
              <a:t>Enriched match records with player information: age, height, dominant playing hand, current ATP rank and ranking points</a:t>
            </a:r>
          </a:p>
          <a:p>
            <a:pPr marL="457200" lvl="0" indent="-457200">
              <a:spcAft>
                <a:spcPts val="1200"/>
              </a:spcAft>
              <a:buFont typeface="Arial" panose="020B0604020202020204" pitchFamily="34" charset="0"/>
              <a:buChar char="•"/>
            </a:pPr>
            <a:r>
              <a:rPr lang="en-IE" sz="3200" dirty="0">
                <a:solidFill>
                  <a:srgbClr val="0F2E66"/>
                </a:solidFill>
                <a:latin typeface="Archivo"/>
                <a:ea typeface="Archivo"/>
                <a:cs typeface="Archivo"/>
                <a:sym typeface="Archivo"/>
              </a:rPr>
              <a:t>Calculated historical metrics for each player in strict chronological order: highest rank, total matches played and win rates (career and last 12 months), head-to-head wins</a:t>
            </a:r>
          </a:p>
          <a:p>
            <a:pPr marL="457200" lvl="0" indent="-457200">
              <a:spcAft>
                <a:spcPts val="1200"/>
              </a:spcAft>
              <a:buFont typeface="Arial" panose="020B0604020202020204" pitchFamily="34" charset="0"/>
              <a:buChar char="•"/>
            </a:pPr>
            <a:r>
              <a:rPr lang="en-IE" sz="3200" dirty="0">
                <a:solidFill>
                  <a:srgbClr val="0F2E66"/>
                </a:solidFill>
                <a:latin typeface="Archivo"/>
                <a:ea typeface="Archivo"/>
                <a:cs typeface="Archivo"/>
                <a:sym typeface="Archivo"/>
              </a:rPr>
              <a:t>Maintained alternative rankings based on dynamic paired comparison models (Elo and </a:t>
            </a:r>
            <a:r>
              <a:rPr lang="en-IE" sz="3200" dirty="0" err="1">
                <a:solidFill>
                  <a:srgbClr val="0F2E66"/>
                </a:solidFill>
                <a:latin typeface="Archivo"/>
                <a:ea typeface="Archivo"/>
                <a:cs typeface="Archivo"/>
                <a:sym typeface="Archivo"/>
              </a:rPr>
              <a:t>Glicko</a:t>
            </a:r>
            <a:r>
              <a:rPr lang="en-IE" sz="3200" dirty="0">
                <a:solidFill>
                  <a:srgbClr val="0F2E66"/>
                </a:solidFill>
                <a:latin typeface="Archivo"/>
                <a:ea typeface="Archivo"/>
                <a:cs typeface="Archivo"/>
                <a:sym typeface="Archivo"/>
              </a:rPr>
              <a:t>) that estimate the abilities of players considering the strength of opponents, including </a:t>
            </a:r>
            <a:r>
              <a:rPr lang="en-IE" sz="3200" i="1" dirty="0">
                <a:solidFill>
                  <a:srgbClr val="0F2E66"/>
                </a:solidFill>
                <a:latin typeface="Archivo"/>
                <a:ea typeface="Archivo"/>
                <a:cs typeface="Archivo"/>
                <a:sym typeface="Archivo"/>
              </a:rPr>
              <a:t>weighted</a:t>
            </a:r>
            <a:r>
              <a:rPr lang="en-IE" sz="3200" dirty="0">
                <a:solidFill>
                  <a:srgbClr val="0F2E66"/>
                </a:solidFill>
                <a:latin typeface="Archivo"/>
                <a:ea typeface="Archivo"/>
                <a:cs typeface="Archivo"/>
                <a:sym typeface="Archivo"/>
              </a:rPr>
              <a:t> Elo and </a:t>
            </a:r>
            <a:r>
              <a:rPr lang="en-IE" sz="3200" dirty="0" err="1">
                <a:solidFill>
                  <a:srgbClr val="0F2E66"/>
                </a:solidFill>
                <a:latin typeface="Archivo"/>
                <a:ea typeface="Archivo"/>
                <a:cs typeface="Archivo"/>
                <a:sym typeface="Archivo"/>
              </a:rPr>
              <a:t>Glicko</a:t>
            </a:r>
            <a:r>
              <a:rPr lang="en-IE" sz="3200" dirty="0">
                <a:solidFill>
                  <a:srgbClr val="0F2E66"/>
                </a:solidFill>
                <a:latin typeface="Archivo"/>
                <a:ea typeface="Archivo"/>
                <a:cs typeface="Archivo"/>
                <a:sym typeface="Archivo"/>
              </a:rPr>
              <a:t> variants that account for the margin of victory (number of games won in a match) </a:t>
            </a:r>
            <a:r>
              <a:rPr lang="en-IE" sz="3200" b="1" dirty="0">
                <a:solidFill>
                  <a:srgbClr val="0F2E66"/>
                </a:solidFill>
                <a:latin typeface="Archivo"/>
                <a:ea typeface="Archivo"/>
                <a:cs typeface="Archivo"/>
                <a:sym typeface="Archivo"/>
              </a:rPr>
              <a:t>[2]</a:t>
            </a:r>
          </a:p>
          <a:p>
            <a:pPr marL="457200" lvl="0" indent="-457200">
              <a:spcAft>
                <a:spcPts val="1200"/>
              </a:spcAft>
              <a:buFont typeface="Arial" panose="020B0604020202020204" pitchFamily="34" charset="0"/>
              <a:buChar char="•"/>
            </a:pPr>
            <a:r>
              <a:rPr lang="en-IE" sz="3200" dirty="0">
                <a:solidFill>
                  <a:srgbClr val="0F2E66"/>
                </a:solidFill>
                <a:latin typeface="Archivo"/>
                <a:ea typeface="Archivo"/>
                <a:cs typeface="Archivo"/>
                <a:sym typeface="Archivo"/>
              </a:rPr>
              <a:t>Considered results on specific court surfaces separately (grass, clay, hard courts) to compute additional </a:t>
            </a:r>
            <a:r>
              <a:rPr lang="en-IE" sz="3200" i="1" dirty="0">
                <a:solidFill>
                  <a:srgbClr val="0F2E66"/>
                </a:solidFill>
                <a:latin typeface="Archivo"/>
                <a:ea typeface="Archivo"/>
                <a:cs typeface="Archivo"/>
                <a:sym typeface="Archivo"/>
              </a:rPr>
              <a:t>per-surface</a:t>
            </a:r>
            <a:r>
              <a:rPr lang="en-IE" sz="3200" dirty="0">
                <a:solidFill>
                  <a:srgbClr val="0F2E66"/>
                </a:solidFill>
                <a:latin typeface="Archivo"/>
                <a:ea typeface="Archivo"/>
                <a:cs typeface="Archivo"/>
                <a:sym typeface="Archivo"/>
              </a:rPr>
              <a:t> metrics such as win rates, head-to-head counts, Elo and </a:t>
            </a:r>
            <a:r>
              <a:rPr lang="en-IE" sz="3200" dirty="0" err="1">
                <a:solidFill>
                  <a:srgbClr val="0F2E66"/>
                </a:solidFill>
                <a:latin typeface="Archivo"/>
                <a:ea typeface="Archivo"/>
                <a:cs typeface="Archivo"/>
                <a:sym typeface="Archivo"/>
              </a:rPr>
              <a:t>Glicko</a:t>
            </a:r>
            <a:r>
              <a:rPr lang="en-IE" sz="3200" dirty="0">
                <a:solidFill>
                  <a:srgbClr val="0F2E66"/>
                </a:solidFill>
                <a:latin typeface="Archivo"/>
                <a:ea typeface="Archivo"/>
                <a:cs typeface="Archivo"/>
                <a:sym typeface="Archivo"/>
              </a:rPr>
              <a:t> rankings </a:t>
            </a:r>
            <a:r>
              <a:rPr lang="en-IE" sz="3200" b="1" dirty="0">
                <a:solidFill>
                  <a:srgbClr val="0F2E66"/>
                </a:solidFill>
                <a:latin typeface="Archivo"/>
                <a:ea typeface="Archivo"/>
                <a:cs typeface="Archivo"/>
                <a:sym typeface="Archivo"/>
              </a:rPr>
              <a:t>[3]</a:t>
            </a:r>
          </a:p>
          <a:p>
            <a:pPr marL="457200" lvl="0" indent="-457200">
              <a:spcAft>
                <a:spcPts val="1200"/>
              </a:spcAft>
              <a:buFont typeface="Arial" panose="020B0604020202020204" pitchFamily="34" charset="0"/>
              <a:buChar char="•"/>
            </a:pPr>
            <a:r>
              <a:rPr lang="en-IE" sz="3200" dirty="0">
                <a:solidFill>
                  <a:srgbClr val="0F2E66"/>
                </a:solidFill>
                <a:latin typeface="Archivo"/>
                <a:ea typeface="Archivo"/>
                <a:cs typeface="Archivo"/>
                <a:sym typeface="Archivo"/>
              </a:rPr>
              <a:t>Trained and tuned six supervised classifiers: Random Forest, </a:t>
            </a:r>
            <a:r>
              <a:rPr lang="en-IE" sz="3200" dirty="0" err="1">
                <a:solidFill>
                  <a:srgbClr val="0F2E66"/>
                </a:solidFill>
                <a:latin typeface="Archivo"/>
                <a:ea typeface="Archivo"/>
                <a:cs typeface="Archivo"/>
                <a:sym typeface="Archivo"/>
              </a:rPr>
              <a:t>XGBoost</a:t>
            </a:r>
            <a:r>
              <a:rPr lang="en-IE" sz="3200" dirty="0">
                <a:solidFill>
                  <a:srgbClr val="0F2E66"/>
                </a:solidFill>
                <a:latin typeface="Archivo"/>
                <a:ea typeface="Archivo"/>
                <a:cs typeface="Archivo"/>
                <a:sym typeface="Archivo"/>
              </a:rPr>
              <a:t>, </a:t>
            </a:r>
            <a:r>
              <a:rPr lang="en-IE" sz="3200" dirty="0" err="1">
                <a:solidFill>
                  <a:srgbClr val="0F2E66"/>
                </a:solidFill>
                <a:latin typeface="Archivo"/>
                <a:ea typeface="Archivo"/>
                <a:cs typeface="Archivo"/>
                <a:sym typeface="Archivo"/>
              </a:rPr>
              <a:t>CatBoost</a:t>
            </a:r>
            <a:r>
              <a:rPr lang="en-IE" sz="3200" dirty="0">
                <a:solidFill>
                  <a:srgbClr val="0F2E66"/>
                </a:solidFill>
                <a:latin typeface="Archivo"/>
                <a:ea typeface="Archivo"/>
                <a:cs typeface="Archivo"/>
                <a:sym typeface="Archivo"/>
              </a:rPr>
              <a:t>, Calibrated Linear C-Support Vector Classifier (C-SVC), Nyström kernel approximation with SGD (RBF mapping), and a Multi-Layer Perceptron</a:t>
            </a:r>
          </a:p>
        </p:txBody>
      </p:sp>
      <p:sp>
        <p:nvSpPr>
          <p:cNvPr id="112" name="Google Shape;112;p11"/>
          <p:cNvSpPr/>
          <p:nvPr/>
        </p:nvSpPr>
        <p:spPr>
          <a:xfrm>
            <a:off x="14117445" y="11672259"/>
            <a:ext cx="15265056" cy="17881534"/>
          </a:xfrm>
          <a:prstGeom prst="roundRect">
            <a:avLst>
              <a:gd name="adj" fmla="val 1405"/>
            </a:avLst>
          </a:prstGeom>
          <a:solidFill>
            <a:srgbClr val="FFFFFF"/>
          </a:solidFill>
          <a:ln>
            <a:noFill/>
          </a:ln>
        </p:spPr>
        <p:txBody>
          <a:bodyPr spcFirstLastPara="1" wrap="square" lIns="367100" tIns="183500" rIns="367100" bIns="183500" anchor="t" anchorCtr="0">
            <a:noAutofit/>
          </a:bodyPr>
          <a:lstStyle/>
          <a:p>
            <a:pPr marL="0" lvl="0" indent="0" algn="l" rtl="0">
              <a:spcBef>
                <a:spcPts val="0"/>
              </a:spcBef>
              <a:spcAft>
                <a:spcPts val="0"/>
              </a:spcAft>
              <a:buClr>
                <a:srgbClr val="000000"/>
              </a:buClr>
              <a:buFont typeface="Arial"/>
              <a:buNone/>
            </a:pPr>
            <a:r>
              <a:rPr lang="en-US" sz="5600" b="1" dirty="0">
                <a:solidFill>
                  <a:schemeClr val="dk1"/>
                </a:solidFill>
                <a:latin typeface="Archivo"/>
                <a:ea typeface="Archivo"/>
                <a:cs typeface="Archivo"/>
                <a:sym typeface="Archivo"/>
              </a:rPr>
              <a:t>Analysis</a:t>
            </a:r>
            <a:endParaRPr sz="5600" b="0" i="0" u="none" strike="noStrike" cap="none" dirty="0">
              <a:solidFill>
                <a:srgbClr val="0F2E66"/>
              </a:solidFill>
              <a:latin typeface="Arial"/>
              <a:ea typeface="Arial"/>
              <a:cs typeface="Arial"/>
              <a:sym typeface="Arial"/>
            </a:endParaRPr>
          </a:p>
        </p:txBody>
      </p:sp>
      <p:sp>
        <p:nvSpPr>
          <p:cNvPr id="113" name="Google Shape;113;p11"/>
          <p:cNvSpPr/>
          <p:nvPr/>
        </p:nvSpPr>
        <p:spPr>
          <a:xfrm>
            <a:off x="931700" y="24891991"/>
            <a:ext cx="12626317" cy="10432792"/>
          </a:xfrm>
          <a:prstGeom prst="roundRect">
            <a:avLst>
              <a:gd name="adj" fmla="val 1405"/>
            </a:avLst>
          </a:prstGeom>
          <a:solidFill>
            <a:schemeClr val="accent6"/>
          </a:solidFill>
          <a:ln>
            <a:noFill/>
          </a:ln>
        </p:spPr>
        <p:txBody>
          <a:bodyPr spcFirstLastPara="1" wrap="square" lIns="367100" tIns="183500" rIns="367100" bIns="183500" anchor="t" anchorCtr="0">
            <a:noAutofit/>
          </a:bodyPr>
          <a:lstStyle/>
          <a:p>
            <a:pPr marL="0" lvl="0" indent="0" algn="l" rtl="0">
              <a:spcAft>
                <a:spcPts val="1200"/>
              </a:spcAft>
              <a:buClr>
                <a:srgbClr val="000000"/>
              </a:buClr>
              <a:buFont typeface="Arial"/>
              <a:buNone/>
            </a:pPr>
            <a:r>
              <a:rPr lang="en-US" sz="5600" b="1" dirty="0">
                <a:solidFill>
                  <a:schemeClr val="dk1"/>
                </a:solidFill>
                <a:latin typeface="Archivo"/>
                <a:ea typeface="Archivo"/>
                <a:cs typeface="Archivo"/>
                <a:sym typeface="Archivo"/>
              </a:rPr>
              <a:t>Evaluation and Results</a:t>
            </a:r>
          </a:p>
          <a:p>
            <a:pPr marL="457200" lvl="0" indent="-431800">
              <a:spcAft>
                <a:spcPts val="1200"/>
              </a:spcAft>
              <a:buClr>
                <a:srgbClr val="0F2E66"/>
              </a:buClr>
              <a:buSzPts val="3200"/>
              <a:buFont typeface="Archivo"/>
              <a:buChar char="●"/>
            </a:pPr>
            <a:r>
              <a:rPr lang="en-US" sz="3200" dirty="0">
                <a:solidFill>
                  <a:schemeClr val="tx1"/>
                </a:solidFill>
                <a:latin typeface="Archivo"/>
                <a:ea typeface="Archivo"/>
                <a:cs typeface="Archivo"/>
                <a:sym typeface="Archivo"/>
              </a:rPr>
              <a:t>Prediction accuracy fluctuates noticeably by era (Figure 1), tournament level (Figure 2), and match format (matches in best-of-five sets format are easier to predict than best-of-three)</a:t>
            </a:r>
          </a:p>
          <a:p>
            <a:pPr marL="457200" indent="-431800">
              <a:spcAft>
                <a:spcPts val="1200"/>
              </a:spcAft>
              <a:buClr>
                <a:srgbClr val="0F2E66"/>
              </a:buClr>
              <a:buSzPts val="3200"/>
              <a:buFont typeface="Archivo"/>
              <a:buChar char="●"/>
            </a:pPr>
            <a:r>
              <a:rPr lang="en-US" sz="3200" dirty="0">
                <a:solidFill>
                  <a:schemeClr val="tx1"/>
                </a:solidFill>
                <a:latin typeface="Archivo"/>
                <a:ea typeface="Archivo"/>
                <a:cs typeface="Archivo"/>
                <a:sym typeface="Archivo"/>
              </a:rPr>
              <a:t>All models converge near a 70% accuracy ceiling in line with results in the literature </a:t>
            </a:r>
            <a:r>
              <a:rPr lang="en-US" sz="3200" b="1" dirty="0">
                <a:solidFill>
                  <a:schemeClr val="tx1"/>
                </a:solidFill>
                <a:latin typeface="Archivo"/>
                <a:ea typeface="Archivo"/>
                <a:cs typeface="Archivo"/>
                <a:sym typeface="Archivo"/>
              </a:rPr>
              <a:t>[4]</a:t>
            </a:r>
            <a:r>
              <a:rPr lang="en-US" sz="3200" dirty="0">
                <a:solidFill>
                  <a:schemeClr val="tx1"/>
                </a:solidFill>
                <a:latin typeface="Archivo"/>
                <a:ea typeface="Archivo"/>
                <a:cs typeface="Archivo"/>
                <a:sym typeface="Archivo"/>
              </a:rPr>
              <a:t>, outperforming the standalone ATP ranking baseline (66.24%) and overall Elo (68.31%)</a:t>
            </a:r>
            <a:endParaRPr sz="3200" dirty="0">
              <a:solidFill>
                <a:schemeClr val="dk1"/>
              </a:solidFill>
              <a:latin typeface="Archivo"/>
              <a:ea typeface="Archivo"/>
              <a:cs typeface="Archivo"/>
              <a:sym typeface="Archivo"/>
            </a:endParaRPr>
          </a:p>
          <a:p>
            <a:pPr marL="0" lvl="0" indent="0" algn="l" rtl="0">
              <a:spcAft>
                <a:spcPts val="1200"/>
              </a:spcAft>
              <a:buClr>
                <a:srgbClr val="000000"/>
              </a:buClr>
              <a:buFont typeface="Arial"/>
              <a:buNone/>
            </a:pPr>
            <a:endParaRPr sz="4800" b="1" dirty="0">
              <a:solidFill>
                <a:schemeClr val="dk1"/>
              </a:solidFill>
              <a:latin typeface="Archivo"/>
              <a:ea typeface="Archivo"/>
              <a:cs typeface="Archivo"/>
              <a:sym typeface="Archivo"/>
            </a:endParaRPr>
          </a:p>
        </p:txBody>
      </p:sp>
      <p:sp>
        <p:nvSpPr>
          <p:cNvPr id="114" name="Google Shape;114;p11"/>
          <p:cNvSpPr/>
          <p:nvPr/>
        </p:nvSpPr>
        <p:spPr>
          <a:xfrm>
            <a:off x="14117445" y="30178400"/>
            <a:ext cx="15265055" cy="5162526"/>
          </a:xfrm>
          <a:prstGeom prst="roundRect">
            <a:avLst>
              <a:gd name="adj" fmla="val 1187"/>
            </a:avLst>
          </a:prstGeom>
          <a:solidFill>
            <a:schemeClr val="bg1"/>
          </a:solidFill>
          <a:ln>
            <a:noFill/>
          </a:ln>
        </p:spPr>
        <p:txBody>
          <a:bodyPr spcFirstLastPara="1" wrap="square" lIns="550700" tIns="367100" rIns="550700" bIns="183500" anchor="t" anchorCtr="0">
            <a:noAutofit/>
          </a:bodyPr>
          <a:lstStyle/>
          <a:p>
            <a:pPr marL="0" marR="0" lvl="0" indent="0" algn="l" rtl="0">
              <a:spcBef>
                <a:spcPts val="0"/>
              </a:spcBef>
              <a:spcAft>
                <a:spcPts val="1200"/>
              </a:spcAft>
              <a:buNone/>
            </a:pPr>
            <a:r>
              <a:rPr lang="en-US" sz="5600" b="1" dirty="0">
                <a:solidFill>
                  <a:srgbClr val="0F2E66"/>
                </a:solidFill>
                <a:latin typeface="Archivo"/>
                <a:ea typeface="Archivo"/>
                <a:cs typeface="Archivo"/>
                <a:sym typeface="Archivo"/>
              </a:rPr>
              <a:t>References</a:t>
            </a:r>
            <a:endParaRPr sz="5600" dirty="0"/>
          </a:p>
          <a:p>
            <a:pPr marL="0" marR="0" lvl="0" indent="0" algn="l" rtl="0">
              <a:spcBef>
                <a:spcPts val="0"/>
              </a:spcBef>
              <a:spcAft>
                <a:spcPts val="1200"/>
              </a:spcAft>
              <a:buNone/>
            </a:pPr>
            <a:r>
              <a:rPr lang="en-US" sz="2400" b="1" dirty="0">
                <a:solidFill>
                  <a:srgbClr val="0F2E66"/>
                </a:solidFill>
                <a:latin typeface="Archivo"/>
                <a:ea typeface="Archivo"/>
                <a:cs typeface="Archivo"/>
                <a:sym typeface="Archivo"/>
              </a:rPr>
              <a:t>[1]</a:t>
            </a:r>
            <a:r>
              <a:rPr lang="en-US" sz="2400" dirty="0">
                <a:solidFill>
                  <a:srgbClr val="0F2E66"/>
                </a:solidFill>
                <a:latin typeface="Archivo"/>
                <a:ea typeface="Archivo"/>
                <a:cs typeface="Archivo"/>
                <a:sym typeface="Archivo"/>
              </a:rPr>
              <a:t> Glickman, M.E. (1999). “Parameter estimation in large dynamic paired comparison experiments”. In: </a:t>
            </a:r>
            <a:r>
              <a:rPr lang="en-US" sz="2400" i="1" dirty="0">
                <a:solidFill>
                  <a:srgbClr val="0F2E66"/>
                </a:solidFill>
                <a:latin typeface="Archivo"/>
                <a:ea typeface="Archivo"/>
                <a:cs typeface="Archivo"/>
                <a:sym typeface="Archivo"/>
              </a:rPr>
              <a:t>Applied Statistics</a:t>
            </a:r>
            <a:r>
              <a:rPr lang="en-US" sz="2400" dirty="0">
                <a:solidFill>
                  <a:srgbClr val="0F2E66"/>
                </a:solidFill>
                <a:latin typeface="Archivo"/>
                <a:ea typeface="Archivo"/>
                <a:cs typeface="Archivo"/>
                <a:sym typeface="Archivo"/>
              </a:rPr>
              <a:t> 48.3, pp. 377-394.</a:t>
            </a:r>
          </a:p>
          <a:p>
            <a:pPr marL="0" marR="0" lvl="0" indent="0" algn="l" rtl="0">
              <a:spcBef>
                <a:spcPts val="0"/>
              </a:spcBef>
              <a:spcAft>
                <a:spcPts val="1200"/>
              </a:spcAft>
              <a:buNone/>
            </a:pPr>
            <a:r>
              <a:rPr lang="en-IE" sz="2400" b="1" dirty="0">
                <a:solidFill>
                  <a:srgbClr val="0F2E66"/>
                </a:solidFill>
                <a:latin typeface="Archivo"/>
                <a:ea typeface="Archivo"/>
                <a:cs typeface="Archivo"/>
                <a:sym typeface="Archivo"/>
              </a:rPr>
              <a:t>[2]</a:t>
            </a:r>
            <a:r>
              <a:rPr lang="en-IE" sz="2400" dirty="0">
                <a:solidFill>
                  <a:srgbClr val="0F2E66"/>
                </a:solidFill>
                <a:latin typeface="Archivo"/>
                <a:ea typeface="Archivo"/>
                <a:cs typeface="Archivo"/>
                <a:sym typeface="Archivo"/>
              </a:rPr>
              <a:t> Angelini, G., V. Candila, and L. De Angelis (2022). “Weighted Elo rating for tennis match predictions”. In: </a:t>
            </a:r>
            <a:r>
              <a:rPr lang="en-IE" sz="2400" i="1" dirty="0">
                <a:solidFill>
                  <a:srgbClr val="0F2E66"/>
                </a:solidFill>
                <a:latin typeface="Archivo"/>
                <a:ea typeface="Archivo"/>
                <a:cs typeface="Archivo"/>
                <a:sym typeface="Archivo"/>
              </a:rPr>
              <a:t>European Journal of Operational Research</a:t>
            </a:r>
            <a:r>
              <a:rPr lang="en-IE" sz="2400" dirty="0">
                <a:solidFill>
                  <a:srgbClr val="0F2E66"/>
                </a:solidFill>
                <a:latin typeface="Archivo"/>
                <a:ea typeface="Archivo"/>
                <a:cs typeface="Archivo"/>
                <a:sym typeface="Archivo"/>
              </a:rPr>
              <a:t> 297.1, pp. 120-132.</a:t>
            </a:r>
          </a:p>
          <a:p>
            <a:pPr marL="0" marR="0" lvl="0" indent="0" algn="l" rtl="0">
              <a:spcBef>
                <a:spcPts val="0"/>
              </a:spcBef>
              <a:spcAft>
                <a:spcPts val="1200"/>
              </a:spcAft>
              <a:buNone/>
            </a:pPr>
            <a:r>
              <a:rPr lang="en-IE" sz="2400" b="1" dirty="0">
                <a:solidFill>
                  <a:srgbClr val="0F2E66"/>
                </a:solidFill>
                <a:latin typeface="Archivo"/>
                <a:ea typeface="Archivo"/>
                <a:cs typeface="Archivo"/>
                <a:sym typeface="Archivo"/>
              </a:rPr>
              <a:t>[3]</a:t>
            </a:r>
            <a:r>
              <a:rPr lang="en-IE" sz="2400" dirty="0">
                <a:solidFill>
                  <a:srgbClr val="0F2E66"/>
                </a:solidFill>
                <a:latin typeface="Archivo"/>
                <a:ea typeface="Archivo"/>
                <a:cs typeface="Archivo"/>
                <a:sym typeface="Archivo"/>
              </a:rPr>
              <a:t> Williams, L.V. et al. (2021). “How well do Elo-based ratings predict professional tennis matches?” In: </a:t>
            </a:r>
            <a:r>
              <a:rPr lang="en-IE" sz="2400" i="1" dirty="0">
                <a:solidFill>
                  <a:srgbClr val="0F2E66"/>
                </a:solidFill>
                <a:latin typeface="Archivo"/>
                <a:ea typeface="Archivo"/>
                <a:cs typeface="Archivo"/>
                <a:sym typeface="Archivo"/>
              </a:rPr>
              <a:t>Journal of Quantitative Analysis in Sports</a:t>
            </a:r>
            <a:r>
              <a:rPr lang="en-IE" sz="2400" dirty="0">
                <a:solidFill>
                  <a:srgbClr val="0F2E66"/>
                </a:solidFill>
                <a:latin typeface="Archivo"/>
                <a:ea typeface="Archivo"/>
                <a:cs typeface="Archivo"/>
                <a:sym typeface="Archivo"/>
              </a:rPr>
              <a:t> 17.2, pp. 91-105.</a:t>
            </a:r>
          </a:p>
          <a:p>
            <a:pPr marL="0" marR="0" lvl="0" indent="0" algn="l" rtl="0">
              <a:spcBef>
                <a:spcPts val="0"/>
              </a:spcBef>
              <a:spcAft>
                <a:spcPts val="1200"/>
              </a:spcAft>
              <a:buNone/>
            </a:pPr>
            <a:r>
              <a:rPr lang="en-IE" sz="2400" b="1" dirty="0">
                <a:solidFill>
                  <a:srgbClr val="0F2E66"/>
                </a:solidFill>
                <a:latin typeface="Archivo"/>
                <a:ea typeface="Archivo"/>
                <a:cs typeface="Archivo"/>
                <a:sym typeface="Archivo"/>
              </a:rPr>
              <a:t>[4]</a:t>
            </a:r>
            <a:r>
              <a:rPr lang="en-IE" sz="2400" dirty="0">
                <a:solidFill>
                  <a:srgbClr val="0F2E66"/>
                </a:solidFill>
                <a:latin typeface="Archivo"/>
                <a:ea typeface="Archivo"/>
                <a:cs typeface="Archivo"/>
                <a:sym typeface="Archivo"/>
              </a:rPr>
              <a:t> Wilkens, S. (2021). “Sports prediction and betting models in the machine learning age: The case of tennis”. In: </a:t>
            </a:r>
            <a:r>
              <a:rPr lang="en-IE" sz="2400" i="1" dirty="0">
                <a:solidFill>
                  <a:srgbClr val="0F2E66"/>
                </a:solidFill>
                <a:latin typeface="Archivo"/>
                <a:ea typeface="Archivo"/>
                <a:cs typeface="Archivo"/>
                <a:sym typeface="Archivo"/>
              </a:rPr>
              <a:t>Journal of Sports Analytics</a:t>
            </a:r>
            <a:r>
              <a:rPr lang="en-IE" sz="2400" dirty="0">
                <a:solidFill>
                  <a:srgbClr val="0F2E66"/>
                </a:solidFill>
                <a:latin typeface="Archivo"/>
                <a:ea typeface="Archivo"/>
                <a:cs typeface="Archivo"/>
                <a:sym typeface="Archivo"/>
              </a:rPr>
              <a:t> 7.2, pp. 99-117.</a:t>
            </a:r>
            <a:endParaRPr sz="2400" dirty="0">
              <a:solidFill>
                <a:srgbClr val="0F2E66"/>
              </a:solidFill>
              <a:latin typeface="Archivo"/>
              <a:ea typeface="Archivo"/>
              <a:cs typeface="Archivo"/>
              <a:sym typeface="Archivo"/>
            </a:endParaRPr>
          </a:p>
        </p:txBody>
      </p:sp>
      <p:sp>
        <p:nvSpPr>
          <p:cNvPr id="115" name="Google Shape;115;p11"/>
          <p:cNvSpPr/>
          <p:nvPr/>
        </p:nvSpPr>
        <p:spPr>
          <a:xfrm>
            <a:off x="931700" y="35965533"/>
            <a:ext cx="28450800" cy="6230682"/>
          </a:xfrm>
          <a:prstGeom prst="roundRect">
            <a:avLst>
              <a:gd name="adj" fmla="val 2769"/>
            </a:avLst>
          </a:prstGeom>
          <a:solidFill>
            <a:schemeClr val="accent1">
              <a:lumMod val="20000"/>
              <a:lumOff val="80000"/>
            </a:schemeClr>
          </a:solidFill>
          <a:ln>
            <a:noFill/>
          </a:ln>
        </p:spPr>
        <p:txBody>
          <a:bodyPr spcFirstLastPara="1" wrap="square" lIns="550700" tIns="367100" rIns="550700" bIns="183500" anchor="t" anchorCtr="0">
            <a:noAutofit/>
          </a:bodyPr>
          <a:lstStyle/>
          <a:p>
            <a:pPr marL="0" marR="0" lvl="0" indent="0" algn="l" rtl="0">
              <a:spcBef>
                <a:spcPts val="0"/>
              </a:spcBef>
              <a:spcAft>
                <a:spcPts val="1200"/>
              </a:spcAft>
              <a:buNone/>
            </a:pPr>
            <a:r>
              <a:rPr lang="en-US" sz="5600" b="1" dirty="0">
                <a:solidFill>
                  <a:schemeClr val="dk1"/>
                </a:solidFill>
                <a:latin typeface="Archivo"/>
                <a:ea typeface="Archivo"/>
                <a:cs typeface="Archivo"/>
                <a:sym typeface="Archivo"/>
              </a:rPr>
              <a:t>Discussion and Future Work</a:t>
            </a:r>
          </a:p>
          <a:p>
            <a:pPr marL="457200" marR="0" lvl="0" indent="-457200" algn="l" rtl="0">
              <a:spcBef>
                <a:spcPts val="0"/>
              </a:spcBef>
              <a:spcAft>
                <a:spcPts val="1200"/>
              </a:spcAft>
              <a:buFont typeface="Arial" panose="020B0604020202020204" pitchFamily="34" charset="0"/>
              <a:buChar char="•"/>
            </a:pPr>
            <a:r>
              <a:rPr lang="en-IE" sz="3200" dirty="0">
                <a:solidFill>
                  <a:schemeClr val="dk1"/>
                </a:solidFill>
                <a:latin typeface="Archivo"/>
                <a:ea typeface="Archivo"/>
                <a:cs typeface="Archivo"/>
                <a:sym typeface="Archivo"/>
              </a:rPr>
              <a:t>Predicting professional tennis matches remains challenging, in part due to factors that are not fully captured in historical records: weather conditions, variations in court pace, the mental and physical state of players, tournament schedules, and situational pressure</a:t>
            </a:r>
          </a:p>
          <a:p>
            <a:pPr marL="457200" marR="0" lvl="0" indent="-457200" algn="l" rtl="0">
              <a:spcBef>
                <a:spcPts val="0"/>
              </a:spcBef>
              <a:spcAft>
                <a:spcPts val="1200"/>
              </a:spcAft>
              <a:buFont typeface="Arial" panose="020B0604020202020204" pitchFamily="34" charset="0"/>
              <a:buChar char="•"/>
            </a:pPr>
            <a:r>
              <a:rPr lang="en-IE" sz="3200" dirty="0">
                <a:solidFill>
                  <a:schemeClr val="dk1"/>
                </a:solidFill>
                <a:latin typeface="Archivo"/>
                <a:ea typeface="Archivo"/>
                <a:cs typeface="Archivo"/>
                <a:sym typeface="Archivo"/>
              </a:rPr>
              <a:t>Minimal performance differences among algorithms confirm that feature engineering quality—rather than model architectural choice—drives predictive power</a:t>
            </a:r>
          </a:p>
          <a:p>
            <a:pPr marL="457200" marR="0" lvl="0" indent="-457200" algn="l" rtl="0">
              <a:spcBef>
                <a:spcPts val="0"/>
              </a:spcBef>
              <a:spcAft>
                <a:spcPts val="1200"/>
              </a:spcAft>
              <a:buFont typeface="Arial" panose="020B0604020202020204" pitchFamily="34" charset="0"/>
              <a:buChar char="•"/>
            </a:pPr>
            <a:r>
              <a:rPr lang="en-IE" sz="3200" dirty="0">
                <a:solidFill>
                  <a:schemeClr val="dk1"/>
                </a:solidFill>
                <a:latin typeface="Archivo"/>
                <a:ea typeface="Archivo"/>
                <a:cs typeface="Archivo"/>
                <a:sym typeface="Archivo"/>
              </a:rPr>
              <a:t>Future work should expand the scope to include the Women’s Tennis Association (WTA) circuits as well as lower-tier events (Challengers, Futures, and qualifying rounds)</a:t>
            </a:r>
          </a:p>
          <a:p>
            <a:pPr marL="457200" marR="0" lvl="0" indent="-457200" algn="l" rtl="0">
              <a:spcBef>
                <a:spcPts val="0"/>
              </a:spcBef>
              <a:spcAft>
                <a:spcPts val="1200"/>
              </a:spcAft>
              <a:buFont typeface="Arial" panose="020B0604020202020204" pitchFamily="34" charset="0"/>
              <a:buChar char="•"/>
            </a:pPr>
            <a:r>
              <a:rPr lang="en-IE" sz="3200" dirty="0">
                <a:solidFill>
                  <a:schemeClr val="dk1"/>
                </a:solidFill>
                <a:latin typeface="Archivo"/>
                <a:ea typeface="Archivo"/>
                <a:cs typeface="Archivo"/>
                <a:sym typeface="Archivo"/>
              </a:rPr>
              <a:t>Further gains can be pursued by incorporating court speed indexes, indoor/outdoor court status, weather conditions, home advantage, fatigue factors (e.g. total time on court, rest days), as well as match-level metrics (first-serve percentages, aces, double faults, break points saved/won)</a:t>
            </a:r>
            <a:endParaRPr sz="3200" b="1" dirty="0">
              <a:solidFill>
                <a:schemeClr val="dk1"/>
              </a:solidFill>
              <a:latin typeface="Archivo"/>
              <a:ea typeface="Archivo"/>
              <a:cs typeface="Archivo"/>
              <a:sym typeface="Archivo"/>
            </a:endParaRPr>
          </a:p>
        </p:txBody>
      </p:sp>
      <p:sp>
        <p:nvSpPr>
          <p:cNvPr id="116" name="Google Shape;116;p11"/>
          <p:cNvSpPr/>
          <p:nvPr/>
        </p:nvSpPr>
        <p:spPr>
          <a:xfrm>
            <a:off x="28219745" y="5427743"/>
            <a:ext cx="813786" cy="855189"/>
          </a:xfrm>
          <a:custGeom>
            <a:avLst/>
            <a:gdLst/>
            <a:ahLst/>
            <a:cxnLst/>
            <a:rect l="l" t="t" r="r" b="b"/>
            <a:pathLst>
              <a:path w="522495" h="414135" extrusionOk="0">
                <a:moveTo>
                  <a:pt x="522495" y="196547"/>
                </a:moveTo>
                <a:cubicBezTo>
                  <a:pt x="522495" y="263212"/>
                  <a:pt x="517577" y="328783"/>
                  <a:pt x="508397" y="386158"/>
                </a:cubicBezTo>
                <a:cubicBezTo>
                  <a:pt x="507960" y="389109"/>
                  <a:pt x="505119" y="391185"/>
                  <a:pt x="502168" y="390639"/>
                </a:cubicBezTo>
                <a:lnTo>
                  <a:pt x="491349" y="388890"/>
                </a:lnTo>
                <a:cubicBezTo>
                  <a:pt x="488398" y="388453"/>
                  <a:pt x="486321" y="385612"/>
                  <a:pt x="486868" y="382661"/>
                </a:cubicBezTo>
                <a:cubicBezTo>
                  <a:pt x="495939" y="326379"/>
                  <a:pt x="500747" y="262009"/>
                  <a:pt x="500747" y="196438"/>
                </a:cubicBezTo>
                <a:cubicBezTo>
                  <a:pt x="500747" y="130867"/>
                  <a:pt x="495939" y="66607"/>
                  <a:pt x="486868" y="10215"/>
                </a:cubicBezTo>
                <a:lnTo>
                  <a:pt x="486868" y="10215"/>
                </a:lnTo>
                <a:cubicBezTo>
                  <a:pt x="486431" y="7264"/>
                  <a:pt x="488398" y="4423"/>
                  <a:pt x="491349" y="3986"/>
                </a:cubicBezTo>
                <a:lnTo>
                  <a:pt x="502168" y="2237"/>
                </a:lnTo>
                <a:cubicBezTo>
                  <a:pt x="505119" y="1800"/>
                  <a:pt x="507960" y="3767"/>
                  <a:pt x="508397" y="6718"/>
                </a:cubicBezTo>
                <a:lnTo>
                  <a:pt x="508397" y="6718"/>
                </a:lnTo>
                <a:cubicBezTo>
                  <a:pt x="517577" y="64093"/>
                  <a:pt x="522495" y="129774"/>
                  <a:pt x="522495" y="196329"/>
                </a:cubicBezTo>
                <a:close/>
                <a:moveTo>
                  <a:pt x="442061" y="44422"/>
                </a:moveTo>
                <a:cubicBezTo>
                  <a:pt x="448727" y="91196"/>
                  <a:pt x="452115" y="141795"/>
                  <a:pt x="452115" y="194799"/>
                </a:cubicBezTo>
                <a:cubicBezTo>
                  <a:pt x="452115" y="247802"/>
                  <a:pt x="448727" y="298292"/>
                  <a:pt x="442061" y="345176"/>
                </a:cubicBezTo>
                <a:cubicBezTo>
                  <a:pt x="439984" y="359929"/>
                  <a:pt x="430586" y="373044"/>
                  <a:pt x="416379" y="381240"/>
                </a:cubicBezTo>
                <a:cubicBezTo>
                  <a:pt x="406434" y="386923"/>
                  <a:pt x="395068" y="389874"/>
                  <a:pt x="383702" y="389874"/>
                </a:cubicBezTo>
                <a:cubicBezTo>
                  <a:pt x="375069" y="389874"/>
                  <a:pt x="366435" y="388234"/>
                  <a:pt x="358348" y="384956"/>
                </a:cubicBezTo>
                <a:lnTo>
                  <a:pt x="66446" y="266053"/>
                </a:lnTo>
                <a:lnTo>
                  <a:pt x="15846" y="266053"/>
                </a:lnTo>
                <a:cubicBezTo>
                  <a:pt x="15846" y="266053"/>
                  <a:pt x="15300" y="265944"/>
                  <a:pt x="14972" y="265944"/>
                </a:cubicBezTo>
                <a:cubicBezTo>
                  <a:pt x="14644" y="265944"/>
                  <a:pt x="14426" y="265944"/>
                  <a:pt x="14207" y="265835"/>
                </a:cubicBezTo>
                <a:cubicBezTo>
                  <a:pt x="9726" y="265179"/>
                  <a:pt x="5792" y="261900"/>
                  <a:pt x="4809" y="257420"/>
                </a:cubicBezTo>
                <a:cubicBezTo>
                  <a:pt x="4809" y="257201"/>
                  <a:pt x="4699" y="257092"/>
                  <a:pt x="4590" y="256982"/>
                </a:cubicBezTo>
                <a:lnTo>
                  <a:pt x="4590" y="256982"/>
                </a:lnTo>
                <a:cubicBezTo>
                  <a:pt x="4590" y="256982"/>
                  <a:pt x="4590" y="256982"/>
                  <a:pt x="4590" y="256982"/>
                </a:cubicBezTo>
                <a:cubicBezTo>
                  <a:pt x="1639" y="238294"/>
                  <a:pt x="0" y="216874"/>
                  <a:pt x="0" y="195236"/>
                </a:cubicBezTo>
                <a:cubicBezTo>
                  <a:pt x="0" y="173597"/>
                  <a:pt x="1639" y="152177"/>
                  <a:pt x="4590" y="133490"/>
                </a:cubicBezTo>
                <a:cubicBezTo>
                  <a:pt x="4918" y="131194"/>
                  <a:pt x="6011" y="129118"/>
                  <a:pt x="7650" y="127479"/>
                </a:cubicBezTo>
                <a:cubicBezTo>
                  <a:pt x="9726" y="125402"/>
                  <a:pt x="12896" y="123872"/>
                  <a:pt x="15846" y="123872"/>
                </a:cubicBezTo>
                <a:lnTo>
                  <a:pt x="66446" y="123872"/>
                </a:lnTo>
                <a:lnTo>
                  <a:pt x="358348" y="4969"/>
                </a:lnTo>
                <a:cubicBezTo>
                  <a:pt x="377254" y="-2790"/>
                  <a:pt x="399002" y="-1369"/>
                  <a:pt x="416379" y="8576"/>
                </a:cubicBezTo>
                <a:cubicBezTo>
                  <a:pt x="430586" y="16772"/>
                  <a:pt x="439984" y="29887"/>
                  <a:pt x="442061" y="44640"/>
                </a:cubicBezTo>
                <a:close/>
                <a:moveTo>
                  <a:pt x="57594" y="145511"/>
                </a:moveTo>
                <a:lnTo>
                  <a:pt x="24917" y="145511"/>
                </a:lnTo>
                <a:cubicBezTo>
                  <a:pt x="22950" y="160920"/>
                  <a:pt x="21857" y="177859"/>
                  <a:pt x="21857" y="195017"/>
                </a:cubicBezTo>
                <a:cubicBezTo>
                  <a:pt x="21857" y="212175"/>
                  <a:pt x="22841" y="228787"/>
                  <a:pt x="24808" y="244087"/>
                </a:cubicBezTo>
                <a:lnTo>
                  <a:pt x="57594" y="244087"/>
                </a:lnTo>
                <a:lnTo>
                  <a:pt x="57594" y="145511"/>
                </a:lnTo>
                <a:close/>
                <a:moveTo>
                  <a:pt x="430258" y="194799"/>
                </a:moveTo>
                <a:cubicBezTo>
                  <a:pt x="430258" y="143653"/>
                  <a:pt x="426870" y="92726"/>
                  <a:pt x="420422" y="47591"/>
                </a:cubicBezTo>
                <a:cubicBezTo>
                  <a:pt x="419220" y="39394"/>
                  <a:pt x="413974" y="32291"/>
                  <a:pt x="405450" y="27373"/>
                </a:cubicBezTo>
                <a:cubicBezTo>
                  <a:pt x="393975" y="20816"/>
                  <a:pt x="379112" y="19832"/>
                  <a:pt x="366544" y="24969"/>
                </a:cubicBezTo>
                <a:lnTo>
                  <a:pt x="79560" y="141904"/>
                </a:lnTo>
                <a:lnTo>
                  <a:pt x="79560" y="247584"/>
                </a:lnTo>
                <a:lnTo>
                  <a:pt x="366544" y="364520"/>
                </a:lnTo>
                <a:cubicBezTo>
                  <a:pt x="379112" y="369656"/>
                  <a:pt x="393975" y="368782"/>
                  <a:pt x="405450" y="362115"/>
                </a:cubicBezTo>
                <a:cubicBezTo>
                  <a:pt x="413974" y="357197"/>
                  <a:pt x="419220" y="350094"/>
                  <a:pt x="420422" y="341897"/>
                </a:cubicBezTo>
                <a:cubicBezTo>
                  <a:pt x="426870" y="296762"/>
                  <a:pt x="430258" y="245835"/>
                  <a:pt x="430258" y="194689"/>
                </a:cubicBezTo>
                <a:close/>
                <a:moveTo>
                  <a:pt x="285454" y="384628"/>
                </a:moveTo>
                <a:cubicBezTo>
                  <a:pt x="284252" y="381896"/>
                  <a:pt x="281083" y="380585"/>
                  <a:pt x="278241" y="381787"/>
                </a:cubicBezTo>
                <a:lnTo>
                  <a:pt x="278241" y="381787"/>
                </a:lnTo>
                <a:cubicBezTo>
                  <a:pt x="246876" y="395119"/>
                  <a:pt x="212233" y="395447"/>
                  <a:pt x="180540" y="382770"/>
                </a:cubicBezTo>
                <a:cubicBezTo>
                  <a:pt x="148956" y="370093"/>
                  <a:pt x="124149" y="345722"/>
                  <a:pt x="110816" y="314467"/>
                </a:cubicBezTo>
                <a:cubicBezTo>
                  <a:pt x="109614" y="311734"/>
                  <a:pt x="106444" y="310423"/>
                  <a:pt x="103603" y="311625"/>
                </a:cubicBezTo>
                <a:lnTo>
                  <a:pt x="93549" y="315887"/>
                </a:lnTo>
                <a:cubicBezTo>
                  <a:pt x="90816" y="317090"/>
                  <a:pt x="89505" y="320259"/>
                  <a:pt x="90707" y="323100"/>
                </a:cubicBezTo>
                <a:cubicBezTo>
                  <a:pt x="106335" y="359820"/>
                  <a:pt x="135405" y="388234"/>
                  <a:pt x="172344" y="403207"/>
                </a:cubicBezTo>
                <a:cubicBezTo>
                  <a:pt x="190376" y="410529"/>
                  <a:pt x="209282" y="414135"/>
                  <a:pt x="228189" y="414135"/>
                </a:cubicBezTo>
                <a:cubicBezTo>
                  <a:pt x="248079" y="414135"/>
                  <a:pt x="267859" y="410092"/>
                  <a:pt x="286766" y="402114"/>
                </a:cubicBezTo>
                <a:lnTo>
                  <a:pt x="286766" y="402114"/>
                </a:lnTo>
                <a:cubicBezTo>
                  <a:pt x="289498" y="400912"/>
                  <a:pt x="290809" y="397742"/>
                  <a:pt x="289607" y="394901"/>
                </a:cubicBezTo>
                <a:lnTo>
                  <a:pt x="285345" y="384847"/>
                </a:lnTo>
                <a:close/>
                <a:moveTo>
                  <a:pt x="400095" y="109556"/>
                </a:moveTo>
                <a:cubicBezTo>
                  <a:pt x="398674" y="87371"/>
                  <a:pt x="388074" y="68683"/>
                  <a:pt x="369167" y="55459"/>
                </a:cubicBezTo>
                <a:lnTo>
                  <a:pt x="369167" y="55459"/>
                </a:lnTo>
                <a:cubicBezTo>
                  <a:pt x="366654" y="53711"/>
                  <a:pt x="363266" y="54367"/>
                  <a:pt x="361517" y="56771"/>
                </a:cubicBezTo>
                <a:lnTo>
                  <a:pt x="355179" y="65732"/>
                </a:lnTo>
                <a:cubicBezTo>
                  <a:pt x="353430" y="68246"/>
                  <a:pt x="354086" y="71634"/>
                  <a:pt x="356490" y="73382"/>
                </a:cubicBezTo>
                <a:lnTo>
                  <a:pt x="356490" y="73382"/>
                </a:lnTo>
                <a:cubicBezTo>
                  <a:pt x="369932" y="82781"/>
                  <a:pt x="377145" y="95458"/>
                  <a:pt x="378129" y="110977"/>
                </a:cubicBezTo>
                <a:cubicBezTo>
                  <a:pt x="378566" y="118299"/>
                  <a:pt x="378566" y="137314"/>
                  <a:pt x="378347" y="147915"/>
                </a:cubicBezTo>
                <a:lnTo>
                  <a:pt x="378347" y="147915"/>
                </a:lnTo>
                <a:cubicBezTo>
                  <a:pt x="378347" y="150975"/>
                  <a:pt x="380751" y="153380"/>
                  <a:pt x="383702" y="153489"/>
                </a:cubicBezTo>
                <a:lnTo>
                  <a:pt x="394631" y="153707"/>
                </a:lnTo>
                <a:cubicBezTo>
                  <a:pt x="397691" y="153707"/>
                  <a:pt x="400095" y="151303"/>
                  <a:pt x="400204" y="148352"/>
                </a:cubicBezTo>
                <a:lnTo>
                  <a:pt x="400204" y="148352"/>
                </a:lnTo>
                <a:cubicBezTo>
                  <a:pt x="400423" y="137861"/>
                  <a:pt x="400423" y="118189"/>
                  <a:pt x="399986" y="109665"/>
                </a:cubicBezTo>
                <a:close/>
              </a:path>
            </a:pathLst>
          </a:custGeom>
          <a:solidFill>
            <a:srgbClr val="1C98E8"/>
          </a:solidFill>
          <a:ln>
            <a:noFill/>
          </a:ln>
        </p:spPr>
        <p:txBody>
          <a:bodyPr spcFirstLastPara="1" wrap="square" lIns="367100" tIns="183500" rIns="367100" bIns="183500" anchor="ctr" anchorCtr="0">
            <a:noAutofit/>
          </a:bodyPr>
          <a:lstStyle/>
          <a:p>
            <a:pPr marL="0" marR="0" lvl="0" indent="0" algn="l" rtl="0">
              <a:spcBef>
                <a:spcPts val="0"/>
              </a:spcBef>
              <a:spcAft>
                <a:spcPts val="0"/>
              </a:spcAft>
              <a:buNone/>
            </a:pPr>
            <a:endParaRPr sz="7200">
              <a:solidFill>
                <a:srgbClr val="0F2E66"/>
              </a:solidFill>
              <a:latin typeface="Arial"/>
              <a:ea typeface="Arial"/>
              <a:cs typeface="Arial"/>
              <a:sym typeface="Arial"/>
            </a:endParaRPr>
          </a:p>
        </p:txBody>
      </p:sp>
      <p:sp>
        <p:nvSpPr>
          <p:cNvPr id="117" name="Google Shape;117;p11"/>
          <p:cNvSpPr/>
          <p:nvPr/>
        </p:nvSpPr>
        <p:spPr>
          <a:xfrm>
            <a:off x="28222041" y="30503600"/>
            <a:ext cx="809194" cy="954621"/>
          </a:xfrm>
          <a:custGeom>
            <a:avLst/>
            <a:gdLst/>
            <a:ahLst/>
            <a:cxnLst/>
            <a:rect l="l" t="t" r="r" b="b"/>
            <a:pathLst>
              <a:path w="415504" h="524517" extrusionOk="0">
                <a:moveTo>
                  <a:pt x="415504" y="10929"/>
                </a:moveTo>
                <a:lnTo>
                  <a:pt x="415504" y="462279"/>
                </a:lnTo>
                <a:lnTo>
                  <a:pt x="393647" y="462279"/>
                </a:lnTo>
                <a:lnTo>
                  <a:pt x="393647" y="21857"/>
                </a:lnTo>
                <a:lnTo>
                  <a:pt x="68522" y="21857"/>
                </a:lnTo>
                <a:lnTo>
                  <a:pt x="68522" y="0"/>
                </a:lnTo>
                <a:lnTo>
                  <a:pt x="404576" y="0"/>
                </a:lnTo>
                <a:cubicBezTo>
                  <a:pt x="410586" y="0"/>
                  <a:pt x="415504" y="4918"/>
                  <a:pt x="415504" y="10929"/>
                </a:cubicBezTo>
                <a:close/>
                <a:moveTo>
                  <a:pt x="399111" y="467743"/>
                </a:moveTo>
                <a:lnTo>
                  <a:pt x="410040" y="467743"/>
                </a:lnTo>
                <a:cubicBezTo>
                  <a:pt x="413100" y="467743"/>
                  <a:pt x="415504" y="465339"/>
                  <a:pt x="415504" y="462279"/>
                </a:cubicBezTo>
                <a:lnTo>
                  <a:pt x="393647" y="462279"/>
                </a:lnTo>
                <a:cubicBezTo>
                  <a:pt x="393647" y="465339"/>
                  <a:pt x="396051" y="467743"/>
                  <a:pt x="399111" y="467743"/>
                </a:cubicBezTo>
                <a:close/>
                <a:moveTo>
                  <a:pt x="68522" y="21857"/>
                </a:moveTo>
                <a:lnTo>
                  <a:pt x="68522" y="0"/>
                </a:lnTo>
                <a:cubicBezTo>
                  <a:pt x="65462" y="0"/>
                  <a:pt x="63058" y="2404"/>
                  <a:pt x="63058" y="5464"/>
                </a:cubicBezTo>
                <a:lnTo>
                  <a:pt x="63058" y="16393"/>
                </a:lnTo>
                <a:cubicBezTo>
                  <a:pt x="63058" y="19453"/>
                  <a:pt x="65462" y="21857"/>
                  <a:pt x="68522" y="21857"/>
                </a:cubicBezTo>
                <a:close/>
                <a:moveTo>
                  <a:pt x="346982" y="51364"/>
                </a:moveTo>
                <a:lnTo>
                  <a:pt x="10929" y="51364"/>
                </a:lnTo>
                <a:cubicBezTo>
                  <a:pt x="4918" y="51364"/>
                  <a:pt x="0" y="56282"/>
                  <a:pt x="0" y="62293"/>
                </a:cubicBezTo>
                <a:lnTo>
                  <a:pt x="0" y="464901"/>
                </a:lnTo>
                <a:lnTo>
                  <a:pt x="0" y="464901"/>
                </a:lnTo>
                <a:cubicBezTo>
                  <a:pt x="0" y="467961"/>
                  <a:pt x="2404" y="470366"/>
                  <a:pt x="5464" y="470366"/>
                </a:cubicBezTo>
                <a:lnTo>
                  <a:pt x="16393" y="470366"/>
                </a:lnTo>
                <a:cubicBezTo>
                  <a:pt x="19453" y="470366"/>
                  <a:pt x="21857" y="467961"/>
                  <a:pt x="21857" y="464901"/>
                </a:cubicBezTo>
                <a:lnTo>
                  <a:pt x="21857" y="464901"/>
                </a:lnTo>
                <a:lnTo>
                  <a:pt x="21857" y="73221"/>
                </a:lnTo>
                <a:lnTo>
                  <a:pt x="336054" y="73221"/>
                </a:lnTo>
                <a:lnTo>
                  <a:pt x="336054" y="501294"/>
                </a:lnTo>
                <a:cubicBezTo>
                  <a:pt x="235183" y="489272"/>
                  <a:pt x="108302" y="489819"/>
                  <a:pt x="9508" y="502824"/>
                </a:cubicBezTo>
                <a:lnTo>
                  <a:pt x="9508" y="502824"/>
                </a:lnTo>
                <a:cubicBezTo>
                  <a:pt x="6557" y="503261"/>
                  <a:pt x="4371" y="505993"/>
                  <a:pt x="4809" y="508944"/>
                </a:cubicBezTo>
                <a:lnTo>
                  <a:pt x="6229" y="519763"/>
                </a:lnTo>
                <a:cubicBezTo>
                  <a:pt x="6666" y="522714"/>
                  <a:pt x="9399" y="524899"/>
                  <a:pt x="12349" y="524462"/>
                </a:cubicBezTo>
                <a:lnTo>
                  <a:pt x="10273" y="508834"/>
                </a:lnTo>
                <a:lnTo>
                  <a:pt x="12349" y="524462"/>
                </a:lnTo>
                <a:cubicBezTo>
                  <a:pt x="113439" y="511129"/>
                  <a:pt x="244581" y="511129"/>
                  <a:pt x="345561" y="524462"/>
                </a:cubicBezTo>
                <a:cubicBezTo>
                  <a:pt x="345999" y="524462"/>
                  <a:pt x="346545" y="524462"/>
                  <a:pt x="346982" y="524462"/>
                </a:cubicBezTo>
                <a:cubicBezTo>
                  <a:pt x="349605" y="524462"/>
                  <a:pt x="352228" y="523479"/>
                  <a:pt x="354195" y="521730"/>
                </a:cubicBezTo>
                <a:cubicBezTo>
                  <a:pt x="356599" y="519654"/>
                  <a:pt x="357911" y="516703"/>
                  <a:pt x="357911" y="513534"/>
                </a:cubicBezTo>
                <a:lnTo>
                  <a:pt x="357911" y="62293"/>
                </a:lnTo>
                <a:cubicBezTo>
                  <a:pt x="357911" y="56282"/>
                  <a:pt x="352993" y="51364"/>
                  <a:pt x="346982" y="51364"/>
                </a:cubicBezTo>
                <a:close/>
                <a:moveTo>
                  <a:pt x="63058" y="183600"/>
                </a:moveTo>
                <a:lnTo>
                  <a:pt x="62839" y="183600"/>
                </a:lnTo>
                <a:cubicBezTo>
                  <a:pt x="59998" y="183819"/>
                  <a:pt x="57703" y="186114"/>
                  <a:pt x="57703" y="189064"/>
                </a:cubicBezTo>
                <a:lnTo>
                  <a:pt x="57703" y="199993"/>
                </a:lnTo>
                <a:cubicBezTo>
                  <a:pt x="57703" y="202944"/>
                  <a:pt x="59998" y="205239"/>
                  <a:pt x="62839" y="205348"/>
                </a:cubicBezTo>
                <a:lnTo>
                  <a:pt x="62839" y="205348"/>
                </a:lnTo>
                <a:cubicBezTo>
                  <a:pt x="62839" y="205348"/>
                  <a:pt x="295071" y="205348"/>
                  <a:pt x="295071" y="205348"/>
                </a:cubicBezTo>
                <a:lnTo>
                  <a:pt x="295071" y="205348"/>
                </a:lnTo>
                <a:cubicBezTo>
                  <a:pt x="297913" y="205129"/>
                  <a:pt x="300317" y="202834"/>
                  <a:pt x="300317" y="199884"/>
                </a:cubicBezTo>
                <a:lnTo>
                  <a:pt x="300317" y="188955"/>
                </a:lnTo>
                <a:cubicBezTo>
                  <a:pt x="300317" y="186004"/>
                  <a:pt x="298022" y="183709"/>
                  <a:pt x="295071" y="183600"/>
                </a:cubicBezTo>
                <a:lnTo>
                  <a:pt x="295071" y="183600"/>
                </a:lnTo>
                <a:cubicBezTo>
                  <a:pt x="295071" y="183600"/>
                  <a:pt x="294853" y="183600"/>
                  <a:pt x="294853" y="183600"/>
                </a:cubicBezTo>
                <a:cubicBezTo>
                  <a:pt x="294853" y="183600"/>
                  <a:pt x="294853" y="183600"/>
                  <a:pt x="294853" y="183600"/>
                </a:cubicBezTo>
                <a:lnTo>
                  <a:pt x="294853" y="183600"/>
                </a:lnTo>
                <a:cubicBezTo>
                  <a:pt x="294853" y="183600"/>
                  <a:pt x="63167" y="183600"/>
                  <a:pt x="63167" y="183600"/>
                </a:cubicBezTo>
                <a:lnTo>
                  <a:pt x="63167" y="183600"/>
                </a:lnTo>
                <a:cubicBezTo>
                  <a:pt x="63167" y="183600"/>
                  <a:pt x="63167" y="183600"/>
                  <a:pt x="63167" y="183600"/>
                </a:cubicBezTo>
                <a:close/>
                <a:moveTo>
                  <a:pt x="57594" y="246658"/>
                </a:moveTo>
                <a:cubicBezTo>
                  <a:pt x="57594" y="249609"/>
                  <a:pt x="59889" y="251904"/>
                  <a:pt x="62730" y="252013"/>
                </a:cubicBezTo>
                <a:lnTo>
                  <a:pt x="62730" y="252013"/>
                </a:lnTo>
                <a:cubicBezTo>
                  <a:pt x="62730" y="252013"/>
                  <a:pt x="268406" y="252013"/>
                  <a:pt x="268406" y="252013"/>
                </a:cubicBezTo>
                <a:lnTo>
                  <a:pt x="268406" y="252013"/>
                </a:lnTo>
                <a:cubicBezTo>
                  <a:pt x="271247" y="251794"/>
                  <a:pt x="273542" y="249499"/>
                  <a:pt x="273542" y="246549"/>
                </a:cubicBezTo>
                <a:lnTo>
                  <a:pt x="273542" y="235620"/>
                </a:lnTo>
                <a:cubicBezTo>
                  <a:pt x="273542" y="232669"/>
                  <a:pt x="271247" y="230374"/>
                  <a:pt x="268406" y="230265"/>
                </a:cubicBezTo>
                <a:lnTo>
                  <a:pt x="268406" y="230265"/>
                </a:lnTo>
                <a:cubicBezTo>
                  <a:pt x="268406" y="230265"/>
                  <a:pt x="268187" y="230265"/>
                  <a:pt x="268187" y="230265"/>
                </a:cubicBezTo>
                <a:cubicBezTo>
                  <a:pt x="268187" y="230265"/>
                  <a:pt x="268187" y="230265"/>
                  <a:pt x="268187" y="230265"/>
                </a:cubicBezTo>
                <a:lnTo>
                  <a:pt x="268187" y="230265"/>
                </a:lnTo>
                <a:cubicBezTo>
                  <a:pt x="268187" y="230265"/>
                  <a:pt x="63058" y="230265"/>
                  <a:pt x="63058" y="230265"/>
                </a:cubicBezTo>
                <a:lnTo>
                  <a:pt x="63058" y="230265"/>
                </a:lnTo>
                <a:cubicBezTo>
                  <a:pt x="63058" y="230265"/>
                  <a:pt x="63058" y="230265"/>
                  <a:pt x="63058" y="230265"/>
                </a:cubicBezTo>
                <a:lnTo>
                  <a:pt x="62839" y="230265"/>
                </a:lnTo>
                <a:cubicBezTo>
                  <a:pt x="59998" y="230484"/>
                  <a:pt x="57703" y="232779"/>
                  <a:pt x="57703" y="235729"/>
                </a:cubicBezTo>
                <a:lnTo>
                  <a:pt x="57703" y="246658"/>
                </a:lnTo>
                <a:close/>
                <a:moveTo>
                  <a:pt x="57594" y="293432"/>
                </a:moveTo>
                <a:cubicBezTo>
                  <a:pt x="57594" y="296383"/>
                  <a:pt x="59889" y="298678"/>
                  <a:pt x="62730" y="298787"/>
                </a:cubicBezTo>
                <a:lnTo>
                  <a:pt x="62730" y="298787"/>
                </a:lnTo>
                <a:cubicBezTo>
                  <a:pt x="62730" y="298787"/>
                  <a:pt x="243051" y="298787"/>
                  <a:pt x="243051" y="298787"/>
                </a:cubicBezTo>
                <a:lnTo>
                  <a:pt x="243051" y="298787"/>
                </a:lnTo>
                <a:cubicBezTo>
                  <a:pt x="245893" y="298569"/>
                  <a:pt x="248297" y="296274"/>
                  <a:pt x="248297" y="293323"/>
                </a:cubicBezTo>
                <a:lnTo>
                  <a:pt x="248297" y="282394"/>
                </a:lnTo>
                <a:cubicBezTo>
                  <a:pt x="248297" y="279444"/>
                  <a:pt x="246002" y="277149"/>
                  <a:pt x="243051" y="276930"/>
                </a:cubicBezTo>
                <a:lnTo>
                  <a:pt x="243051" y="276930"/>
                </a:lnTo>
                <a:cubicBezTo>
                  <a:pt x="243051" y="276930"/>
                  <a:pt x="242833" y="276930"/>
                  <a:pt x="242833" y="276930"/>
                </a:cubicBezTo>
                <a:cubicBezTo>
                  <a:pt x="242833" y="276930"/>
                  <a:pt x="242833" y="276930"/>
                  <a:pt x="242833" y="276930"/>
                </a:cubicBezTo>
                <a:lnTo>
                  <a:pt x="242833" y="276930"/>
                </a:lnTo>
                <a:cubicBezTo>
                  <a:pt x="242833" y="276930"/>
                  <a:pt x="63058" y="276930"/>
                  <a:pt x="63058" y="276930"/>
                </a:cubicBezTo>
                <a:lnTo>
                  <a:pt x="63058" y="276930"/>
                </a:lnTo>
                <a:cubicBezTo>
                  <a:pt x="63058" y="276930"/>
                  <a:pt x="63058" y="276930"/>
                  <a:pt x="63058" y="276930"/>
                </a:cubicBezTo>
                <a:lnTo>
                  <a:pt x="62839" y="276930"/>
                </a:lnTo>
                <a:cubicBezTo>
                  <a:pt x="59998" y="277149"/>
                  <a:pt x="57703" y="279444"/>
                  <a:pt x="57703" y="282394"/>
                </a:cubicBezTo>
                <a:lnTo>
                  <a:pt x="57703" y="293323"/>
                </a:lnTo>
                <a:close/>
                <a:moveTo>
                  <a:pt x="57594" y="340097"/>
                </a:moveTo>
                <a:cubicBezTo>
                  <a:pt x="57594" y="343048"/>
                  <a:pt x="59889" y="345343"/>
                  <a:pt x="62730" y="345452"/>
                </a:cubicBezTo>
                <a:lnTo>
                  <a:pt x="62730" y="345452"/>
                </a:lnTo>
                <a:cubicBezTo>
                  <a:pt x="62730" y="345452"/>
                  <a:pt x="293651" y="345452"/>
                  <a:pt x="293651" y="345452"/>
                </a:cubicBezTo>
                <a:lnTo>
                  <a:pt x="293651" y="345452"/>
                </a:lnTo>
                <a:cubicBezTo>
                  <a:pt x="296492" y="345234"/>
                  <a:pt x="298787" y="342939"/>
                  <a:pt x="298787" y="339988"/>
                </a:cubicBezTo>
                <a:lnTo>
                  <a:pt x="298787" y="329059"/>
                </a:lnTo>
                <a:cubicBezTo>
                  <a:pt x="298787" y="326109"/>
                  <a:pt x="296492" y="323814"/>
                  <a:pt x="293651" y="323704"/>
                </a:cubicBezTo>
                <a:lnTo>
                  <a:pt x="293651" y="323704"/>
                </a:lnTo>
                <a:cubicBezTo>
                  <a:pt x="293651" y="323704"/>
                  <a:pt x="293432" y="323704"/>
                  <a:pt x="293432" y="323704"/>
                </a:cubicBezTo>
                <a:cubicBezTo>
                  <a:pt x="293432" y="323704"/>
                  <a:pt x="293432" y="323704"/>
                  <a:pt x="293432" y="323704"/>
                </a:cubicBezTo>
                <a:lnTo>
                  <a:pt x="293432" y="323704"/>
                </a:lnTo>
                <a:cubicBezTo>
                  <a:pt x="293432" y="323704"/>
                  <a:pt x="63058" y="323704"/>
                  <a:pt x="63058" y="323704"/>
                </a:cubicBezTo>
                <a:lnTo>
                  <a:pt x="63058" y="323704"/>
                </a:lnTo>
                <a:cubicBezTo>
                  <a:pt x="63058" y="323704"/>
                  <a:pt x="63058" y="323704"/>
                  <a:pt x="63058" y="323704"/>
                </a:cubicBezTo>
                <a:lnTo>
                  <a:pt x="62839" y="323704"/>
                </a:lnTo>
                <a:cubicBezTo>
                  <a:pt x="59998" y="323923"/>
                  <a:pt x="57703" y="326218"/>
                  <a:pt x="57703" y="329169"/>
                </a:cubicBezTo>
                <a:lnTo>
                  <a:pt x="57703" y="340097"/>
                </a:lnTo>
                <a:close/>
              </a:path>
            </a:pathLst>
          </a:custGeom>
          <a:solidFill>
            <a:srgbClr val="1C98E8"/>
          </a:solidFill>
          <a:ln>
            <a:noFill/>
          </a:ln>
        </p:spPr>
        <p:txBody>
          <a:bodyPr spcFirstLastPara="1" wrap="square" lIns="367100" tIns="183500" rIns="367100" bIns="183500" anchor="ctr" anchorCtr="0">
            <a:noAutofit/>
          </a:bodyPr>
          <a:lstStyle/>
          <a:p>
            <a:pPr marL="0" marR="0" lvl="0" indent="0" algn="l" rtl="0">
              <a:spcBef>
                <a:spcPts val="0"/>
              </a:spcBef>
              <a:spcAft>
                <a:spcPts val="0"/>
              </a:spcAft>
              <a:buNone/>
            </a:pPr>
            <a:endParaRPr sz="7200">
              <a:solidFill>
                <a:srgbClr val="0F2E66"/>
              </a:solidFill>
              <a:latin typeface="Arial"/>
              <a:ea typeface="Arial"/>
              <a:cs typeface="Arial"/>
              <a:sym typeface="Arial"/>
            </a:endParaRPr>
          </a:p>
        </p:txBody>
      </p:sp>
      <p:sp>
        <p:nvSpPr>
          <p:cNvPr id="118" name="Google Shape;118;p11"/>
          <p:cNvSpPr/>
          <p:nvPr/>
        </p:nvSpPr>
        <p:spPr>
          <a:xfrm>
            <a:off x="12302736" y="25201497"/>
            <a:ext cx="993434" cy="1099433"/>
          </a:xfrm>
          <a:custGeom>
            <a:avLst/>
            <a:gdLst/>
            <a:ahLst/>
            <a:cxnLst/>
            <a:rect l="l" t="t" r="r" b="b"/>
            <a:pathLst>
              <a:path w="468049" h="524789" extrusionOk="0">
                <a:moveTo>
                  <a:pt x="234014" y="213326"/>
                </a:moveTo>
                <a:cubicBezTo>
                  <a:pt x="206911" y="213326"/>
                  <a:pt x="184835" y="235401"/>
                  <a:pt x="184835" y="262504"/>
                </a:cubicBezTo>
                <a:cubicBezTo>
                  <a:pt x="184835" y="289607"/>
                  <a:pt x="206911" y="311683"/>
                  <a:pt x="234014" y="311683"/>
                </a:cubicBezTo>
                <a:cubicBezTo>
                  <a:pt x="261117" y="311683"/>
                  <a:pt x="283192" y="289607"/>
                  <a:pt x="283192" y="262504"/>
                </a:cubicBezTo>
                <a:cubicBezTo>
                  <a:pt x="283192" y="235401"/>
                  <a:pt x="261117" y="213326"/>
                  <a:pt x="234014" y="213326"/>
                </a:cubicBezTo>
                <a:close/>
                <a:moveTo>
                  <a:pt x="234014" y="289826"/>
                </a:moveTo>
                <a:cubicBezTo>
                  <a:pt x="218932" y="289826"/>
                  <a:pt x="206692" y="277586"/>
                  <a:pt x="206692" y="262504"/>
                </a:cubicBezTo>
                <a:cubicBezTo>
                  <a:pt x="206692" y="247423"/>
                  <a:pt x="218932" y="235183"/>
                  <a:pt x="234014" y="235183"/>
                </a:cubicBezTo>
                <a:cubicBezTo>
                  <a:pt x="249095" y="235183"/>
                  <a:pt x="261335" y="247423"/>
                  <a:pt x="261335" y="262504"/>
                </a:cubicBezTo>
                <a:cubicBezTo>
                  <a:pt x="261335" y="277586"/>
                  <a:pt x="249095" y="289826"/>
                  <a:pt x="234014" y="289826"/>
                </a:cubicBezTo>
                <a:close/>
                <a:moveTo>
                  <a:pt x="340349" y="323923"/>
                </a:moveTo>
                <a:cubicBezTo>
                  <a:pt x="329092" y="440421"/>
                  <a:pt x="286471" y="524790"/>
                  <a:pt x="234014" y="524790"/>
                </a:cubicBezTo>
                <a:cubicBezTo>
                  <a:pt x="205053" y="524790"/>
                  <a:pt x="179152" y="500856"/>
                  <a:pt x="159044" y="455721"/>
                </a:cubicBezTo>
                <a:lnTo>
                  <a:pt x="159044" y="455721"/>
                </a:lnTo>
                <a:cubicBezTo>
                  <a:pt x="157842" y="452989"/>
                  <a:pt x="159044" y="449711"/>
                  <a:pt x="161776" y="448509"/>
                </a:cubicBezTo>
                <a:lnTo>
                  <a:pt x="171721" y="444028"/>
                </a:lnTo>
                <a:cubicBezTo>
                  <a:pt x="174453" y="442826"/>
                  <a:pt x="177732" y="444028"/>
                  <a:pt x="178934" y="446760"/>
                </a:cubicBezTo>
                <a:lnTo>
                  <a:pt x="178934" y="446760"/>
                </a:lnTo>
                <a:cubicBezTo>
                  <a:pt x="194780" y="482387"/>
                  <a:pt x="214779" y="502824"/>
                  <a:pt x="233904" y="502824"/>
                </a:cubicBezTo>
                <a:cubicBezTo>
                  <a:pt x="273684" y="502824"/>
                  <a:pt x="304175" y="427089"/>
                  <a:pt x="315978" y="340206"/>
                </a:cubicBezTo>
                <a:cubicBezTo>
                  <a:pt x="307126" y="345889"/>
                  <a:pt x="297946" y="351572"/>
                  <a:pt x="288547" y="357036"/>
                </a:cubicBezTo>
                <a:cubicBezTo>
                  <a:pt x="211829" y="401406"/>
                  <a:pt x="136312" y="424794"/>
                  <a:pt x="81779" y="424794"/>
                </a:cubicBezTo>
                <a:cubicBezTo>
                  <a:pt x="45824" y="424794"/>
                  <a:pt x="18939" y="414630"/>
                  <a:pt x="6809" y="393538"/>
                </a:cubicBezTo>
                <a:cubicBezTo>
                  <a:pt x="-11770" y="361408"/>
                  <a:pt x="8776" y="312448"/>
                  <a:pt x="55987" y="262395"/>
                </a:cubicBezTo>
                <a:cubicBezTo>
                  <a:pt x="8667" y="212342"/>
                  <a:pt x="-11770" y="163382"/>
                  <a:pt x="6809" y="131252"/>
                </a:cubicBezTo>
                <a:cubicBezTo>
                  <a:pt x="21999" y="104914"/>
                  <a:pt x="59703" y="94532"/>
                  <a:pt x="112925" y="101964"/>
                </a:cubicBezTo>
                <a:lnTo>
                  <a:pt x="112925" y="101964"/>
                </a:lnTo>
                <a:cubicBezTo>
                  <a:pt x="115876" y="102401"/>
                  <a:pt x="117952" y="105133"/>
                  <a:pt x="117624" y="108084"/>
                </a:cubicBezTo>
                <a:lnTo>
                  <a:pt x="116094" y="118903"/>
                </a:lnTo>
                <a:cubicBezTo>
                  <a:pt x="115657" y="121854"/>
                  <a:pt x="112925" y="123930"/>
                  <a:pt x="109974" y="123602"/>
                </a:cubicBezTo>
                <a:lnTo>
                  <a:pt x="109974" y="123602"/>
                </a:lnTo>
                <a:cubicBezTo>
                  <a:pt x="66807" y="117591"/>
                  <a:pt x="36097" y="124367"/>
                  <a:pt x="25824" y="142181"/>
                </a:cubicBezTo>
                <a:cubicBezTo>
                  <a:pt x="11617" y="166770"/>
                  <a:pt x="33147" y="206441"/>
                  <a:pt x="71834" y="246658"/>
                </a:cubicBezTo>
                <a:cubicBezTo>
                  <a:pt x="100685" y="219227"/>
                  <a:pt x="137187" y="192124"/>
                  <a:pt x="179480" y="167644"/>
                </a:cubicBezTo>
                <a:cubicBezTo>
                  <a:pt x="209097" y="150486"/>
                  <a:pt x="239259" y="136170"/>
                  <a:pt x="268985" y="124914"/>
                </a:cubicBezTo>
                <a:lnTo>
                  <a:pt x="268985" y="124914"/>
                </a:lnTo>
                <a:cubicBezTo>
                  <a:pt x="268985" y="124914"/>
                  <a:pt x="268985" y="124914"/>
                  <a:pt x="268985" y="124914"/>
                </a:cubicBezTo>
                <a:cubicBezTo>
                  <a:pt x="271827" y="123821"/>
                  <a:pt x="274996" y="125241"/>
                  <a:pt x="275979" y="128083"/>
                </a:cubicBezTo>
                <a:lnTo>
                  <a:pt x="279804" y="138356"/>
                </a:lnTo>
                <a:cubicBezTo>
                  <a:pt x="280897" y="141197"/>
                  <a:pt x="279477" y="144366"/>
                  <a:pt x="276635" y="145350"/>
                </a:cubicBezTo>
                <a:lnTo>
                  <a:pt x="276635" y="145350"/>
                </a:lnTo>
                <a:cubicBezTo>
                  <a:pt x="248002" y="156169"/>
                  <a:pt x="219042" y="170049"/>
                  <a:pt x="190409" y="186551"/>
                </a:cubicBezTo>
                <a:cubicBezTo>
                  <a:pt x="153252" y="207971"/>
                  <a:pt x="117078" y="234855"/>
                  <a:pt x="87789" y="262286"/>
                </a:cubicBezTo>
                <a:cubicBezTo>
                  <a:pt x="117078" y="289716"/>
                  <a:pt x="153252" y="316601"/>
                  <a:pt x="190409" y="338021"/>
                </a:cubicBezTo>
                <a:lnTo>
                  <a:pt x="190409" y="338021"/>
                </a:lnTo>
                <a:cubicBezTo>
                  <a:pt x="193032" y="339551"/>
                  <a:pt x="193906" y="342829"/>
                  <a:pt x="192376" y="345452"/>
                </a:cubicBezTo>
                <a:lnTo>
                  <a:pt x="186912" y="354960"/>
                </a:lnTo>
                <a:cubicBezTo>
                  <a:pt x="185382" y="357583"/>
                  <a:pt x="182103" y="358457"/>
                  <a:pt x="179480" y="356927"/>
                </a:cubicBezTo>
                <a:lnTo>
                  <a:pt x="179480" y="356927"/>
                </a:lnTo>
                <a:cubicBezTo>
                  <a:pt x="137296" y="332556"/>
                  <a:pt x="100794" y="305344"/>
                  <a:pt x="71834" y="277914"/>
                </a:cubicBezTo>
                <a:cubicBezTo>
                  <a:pt x="33147" y="318131"/>
                  <a:pt x="11617" y="357801"/>
                  <a:pt x="25824" y="382391"/>
                </a:cubicBezTo>
                <a:cubicBezTo>
                  <a:pt x="51616" y="426979"/>
                  <a:pt x="179262" y="394740"/>
                  <a:pt x="277728" y="337911"/>
                </a:cubicBezTo>
                <a:cubicBezTo>
                  <a:pt x="291826" y="329824"/>
                  <a:pt x="305814" y="320863"/>
                  <a:pt x="319257" y="311464"/>
                </a:cubicBezTo>
                <a:cubicBezTo>
                  <a:pt x="320677" y="295071"/>
                  <a:pt x="321442" y="278569"/>
                  <a:pt x="321442" y="262286"/>
                </a:cubicBezTo>
                <a:cubicBezTo>
                  <a:pt x="321442" y="148519"/>
                  <a:pt x="285487" y="21857"/>
                  <a:pt x="234014" y="21857"/>
                </a:cubicBezTo>
                <a:cubicBezTo>
                  <a:pt x="202539" y="21857"/>
                  <a:pt x="171174" y="75407"/>
                  <a:pt x="156093" y="155076"/>
                </a:cubicBezTo>
                <a:lnTo>
                  <a:pt x="156093" y="155076"/>
                </a:lnTo>
                <a:cubicBezTo>
                  <a:pt x="156093" y="155076"/>
                  <a:pt x="156093" y="155076"/>
                  <a:pt x="156093" y="155076"/>
                </a:cubicBezTo>
                <a:cubicBezTo>
                  <a:pt x="155547" y="158027"/>
                  <a:pt x="152705" y="159994"/>
                  <a:pt x="149754" y="159448"/>
                </a:cubicBezTo>
                <a:lnTo>
                  <a:pt x="139044" y="157371"/>
                </a:lnTo>
                <a:cubicBezTo>
                  <a:pt x="136094" y="156825"/>
                  <a:pt x="134127" y="153984"/>
                  <a:pt x="134673" y="151033"/>
                </a:cubicBezTo>
                <a:lnTo>
                  <a:pt x="134673" y="151033"/>
                </a:lnTo>
                <a:cubicBezTo>
                  <a:pt x="152268" y="57812"/>
                  <a:pt x="190299" y="0"/>
                  <a:pt x="234014" y="0"/>
                </a:cubicBezTo>
                <a:cubicBezTo>
                  <a:pt x="295323" y="0"/>
                  <a:pt x="343299" y="115187"/>
                  <a:pt x="343299" y="262286"/>
                </a:cubicBezTo>
                <a:cubicBezTo>
                  <a:pt x="343299" y="273214"/>
                  <a:pt x="342972" y="283924"/>
                  <a:pt x="342534" y="294416"/>
                </a:cubicBezTo>
                <a:cubicBezTo>
                  <a:pt x="411822" y="240756"/>
                  <a:pt x="462202" y="176496"/>
                  <a:pt x="442312" y="142071"/>
                </a:cubicBezTo>
                <a:cubicBezTo>
                  <a:pt x="432477" y="125132"/>
                  <a:pt x="403734" y="118138"/>
                  <a:pt x="363408" y="122837"/>
                </a:cubicBezTo>
                <a:lnTo>
                  <a:pt x="363408" y="122837"/>
                </a:lnTo>
                <a:cubicBezTo>
                  <a:pt x="360457" y="123165"/>
                  <a:pt x="357725" y="121089"/>
                  <a:pt x="357397" y="118029"/>
                </a:cubicBezTo>
                <a:lnTo>
                  <a:pt x="356086" y="107209"/>
                </a:lnTo>
                <a:cubicBezTo>
                  <a:pt x="355758" y="104259"/>
                  <a:pt x="357835" y="101526"/>
                  <a:pt x="360895" y="101199"/>
                </a:cubicBezTo>
                <a:lnTo>
                  <a:pt x="360895" y="101199"/>
                </a:lnTo>
                <a:cubicBezTo>
                  <a:pt x="411057" y="95297"/>
                  <a:pt x="446684" y="106007"/>
                  <a:pt x="461219" y="131252"/>
                </a:cubicBezTo>
                <a:cubicBezTo>
                  <a:pt x="487447" y="176715"/>
                  <a:pt x="435646" y="255838"/>
                  <a:pt x="340458" y="323814"/>
                </a:cubicBezTo>
                <a:close/>
                <a:moveTo>
                  <a:pt x="435209" y="289389"/>
                </a:moveTo>
                <a:cubicBezTo>
                  <a:pt x="466792" y="330808"/>
                  <a:pt x="475972" y="367856"/>
                  <a:pt x="461109" y="393647"/>
                </a:cubicBezTo>
                <a:cubicBezTo>
                  <a:pt x="449197" y="414411"/>
                  <a:pt x="423078" y="425231"/>
                  <a:pt x="386358" y="425231"/>
                </a:cubicBezTo>
                <a:cubicBezTo>
                  <a:pt x="378162" y="425231"/>
                  <a:pt x="369528" y="424684"/>
                  <a:pt x="360348" y="423591"/>
                </a:cubicBezTo>
                <a:lnTo>
                  <a:pt x="360348" y="423591"/>
                </a:lnTo>
                <a:cubicBezTo>
                  <a:pt x="360348" y="423591"/>
                  <a:pt x="360348" y="423591"/>
                  <a:pt x="360348" y="423591"/>
                </a:cubicBezTo>
                <a:cubicBezTo>
                  <a:pt x="357397" y="423264"/>
                  <a:pt x="355212" y="420531"/>
                  <a:pt x="355539" y="417471"/>
                </a:cubicBezTo>
                <a:lnTo>
                  <a:pt x="356851" y="406652"/>
                </a:lnTo>
                <a:cubicBezTo>
                  <a:pt x="357179" y="403701"/>
                  <a:pt x="359911" y="401516"/>
                  <a:pt x="362971" y="401844"/>
                </a:cubicBezTo>
                <a:lnTo>
                  <a:pt x="362971" y="401844"/>
                </a:lnTo>
                <a:cubicBezTo>
                  <a:pt x="362971" y="401844"/>
                  <a:pt x="362971" y="401844"/>
                  <a:pt x="362971" y="401844"/>
                </a:cubicBezTo>
                <a:cubicBezTo>
                  <a:pt x="403516" y="406652"/>
                  <a:pt x="432367" y="399658"/>
                  <a:pt x="442203" y="382609"/>
                </a:cubicBezTo>
                <a:cubicBezTo>
                  <a:pt x="452257" y="365233"/>
                  <a:pt x="443296" y="336054"/>
                  <a:pt x="417832" y="302503"/>
                </a:cubicBezTo>
                <a:lnTo>
                  <a:pt x="417832" y="302503"/>
                </a:lnTo>
                <a:cubicBezTo>
                  <a:pt x="415975" y="300099"/>
                  <a:pt x="416412" y="296711"/>
                  <a:pt x="418816" y="294853"/>
                </a:cubicBezTo>
                <a:lnTo>
                  <a:pt x="427559" y="288186"/>
                </a:lnTo>
                <a:cubicBezTo>
                  <a:pt x="429963" y="286329"/>
                  <a:pt x="433351" y="286766"/>
                  <a:pt x="435209" y="289170"/>
                </a:cubicBezTo>
                <a:lnTo>
                  <a:pt x="435209" y="289170"/>
                </a:lnTo>
                <a:close/>
              </a:path>
            </a:pathLst>
          </a:custGeom>
          <a:solidFill>
            <a:srgbClr val="1C98E8"/>
          </a:solidFill>
          <a:ln>
            <a:noFill/>
          </a:ln>
        </p:spPr>
        <p:txBody>
          <a:bodyPr spcFirstLastPara="1" wrap="square" lIns="367100" tIns="183500" rIns="367100" bIns="183500" anchor="ctr" anchorCtr="0">
            <a:noAutofit/>
          </a:bodyPr>
          <a:lstStyle/>
          <a:p>
            <a:pPr marL="0" marR="0" lvl="0" indent="0" algn="l" rtl="0">
              <a:spcBef>
                <a:spcPts val="0"/>
              </a:spcBef>
              <a:spcAft>
                <a:spcPts val="0"/>
              </a:spcAft>
              <a:buNone/>
            </a:pPr>
            <a:endParaRPr sz="7200">
              <a:solidFill>
                <a:srgbClr val="0F2E66"/>
              </a:solidFill>
              <a:latin typeface="Arial"/>
              <a:ea typeface="Arial"/>
              <a:cs typeface="Arial"/>
              <a:sym typeface="Arial"/>
            </a:endParaRPr>
          </a:p>
        </p:txBody>
      </p:sp>
      <p:sp>
        <p:nvSpPr>
          <p:cNvPr id="119" name="Google Shape;119;p11"/>
          <p:cNvSpPr/>
          <p:nvPr/>
        </p:nvSpPr>
        <p:spPr>
          <a:xfrm>
            <a:off x="28218510" y="36265590"/>
            <a:ext cx="812725" cy="853064"/>
          </a:xfrm>
          <a:custGeom>
            <a:avLst/>
            <a:gdLst/>
            <a:ahLst/>
            <a:cxnLst/>
            <a:rect l="l" t="t" r="r" b="b"/>
            <a:pathLst>
              <a:path w="525186" h="524156" extrusionOk="0">
                <a:moveTo>
                  <a:pt x="524981" y="11197"/>
                </a:moveTo>
                <a:lnTo>
                  <a:pt x="524981" y="11197"/>
                </a:lnTo>
                <a:cubicBezTo>
                  <a:pt x="524981" y="5733"/>
                  <a:pt x="519517" y="1361"/>
                  <a:pt x="514053" y="268"/>
                </a:cubicBezTo>
                <a:cubicBezTo>
                  <a:pt x="493288" y="-825"/>
                  <a:pt x="468153" y="1361"/>
                  <a:pt x="437553" y="7918"/>
                </a:cubicBezTo>
                <a:cubicBezTo>
                  <a:pt x="408046" y="13383"/>
                  <a:pt x="380724" y="21033"/>
                  <a:pt x="361053" y="30868"/>
                </a:cubicBezTo>
                <a:cubicBezTo>
                  <a:pt x="358867" y="31961"/>
                  <a:pt x="356681" y="35240"/>
                  <a:pt x="358867" y="38518"/>
                </a:cubicBezTo>
                <a:lnTo>
                  <a:pt x="363238" y="48354"/>
                </a:lnTo>
                <a:cubicBezTo>
                  <a:pt x="364331" y="50540"/>
                  <a:pt x="367610" y="52726"/>
                  <a:pt x="370888" y="50540"/>
                </a:cubicBezTo>
                <a:cubicBezTo>
                  <a:pt x="389467" y="41797"/>
                  <a:pt x="415696" y="35240"/>
                  <a:pt x="443017" y="29775"/>
                </a:cubicBezTo>
                <a:cubicBezTo>
                  <a:pt x="467060" y="25404"/>
                  <a:pt x="486731" y="23218"/>
                  <a:pt x="504217" y="22125"/>
                </a:cubicBezTo>
                <a:cubicBezTo>
                  <a:pt x="504217" y="38518"/>
                  <a:pt x="502031" y="58190"/>
                  <a:pt x="496567" y="83326"/>
                </a:cubicBezTo>
                <a:cubicBezTo>
                  <a:pt x="491103" y="111740"/>
                  <a:pt x="482360" y="136876"/>
                  <a:pt x="475803" y="155454"/>
                </a:cubicBezTo>
                <a:lnTo>
                  <a:pt x="475803" y="156547"/>
                </a:lnTo>
                <a:cubicBezTo>
                  <a:pt x="464874" y="188240"/>
                  <a:pt x="453946" y="204633"/>
                  <a:pt x="452853" y="204633"/>
                </a:cubicBezTo>
                <a:cubicBezTo>
                  <a:pt x="425531" y="248347"/>
                  <a:pt x="382910" y="300804"/>
                  <a:pt x="331546" y="351075"/>
                </a:cubicBezTo>
                <a:cubicBezTo>
                  <a:pt x="282367" y="400254"/>
                  <a:pt x="247396" y="430854"/>
                  <a:pt x="214610" y="452711"/>
                </a:cubicBezTo>
                <a:cubicBezTo>
                  <a:pt x="212424" y="446154"/>
                  <a:pt x="209146" y="439597"/>
                  <a:pt x="205867" y="430854"/>
                </a:cubicBezTo>
                <a:cubicBezTo>
                  <a:pt x="194938" y="411183"/>
                  <a:pt x="177453" y="389325"/>
                  <a:pt x="156688" y="368561"/>
                </a:cubicBezTo>
                <a:cubicBezTo>
                  <a:pt x="135924" y="347797"/>
                  <a:pt x="114067" y="330311"/>
                  <a:pt x="95488" y="319383"/>
                </a:cubicBezTo>
                <a:cubicBezTo>
                  <a:pt x="87838" y="315011"/>
                  <a:pt x="80188" y="311733"/>
                  <a:pt x="73631" y="309547"/>
                </a:cubicBezTo>
                <a:cubicBezTo>
                  <a:pt x="97674" y="274576"/>
                  <a:pt x="129367" y="238511"/>
                  <a:pt x="175267" y="192611"/>
                </a:cubicBezTo>
                <a:cubicBezTo>
                  <a:pt x="226631" y="142340"/>
                  <a:pt x="277996" y="98626"/>
                  <a:pt x="321710" y="72397"/>
                </a:cubicBezTo>
                <a:cubicBezTo>
                  <a:pt x="323896" y="71304"/>
                  <a:pt x="324988" y="66933"/>
                  <a:pt x="323896" y="64747"/>
                </a:cubicBezTo>
                <a:lnTo>
                  <a:pt x="318431" y="56004"/>
                </a:lnTo>
                <a:cubicBezTo>
                  <a:pt x="315153" y="53818"/>
                  <a:pt x="311874" y="52726"/>
                  <a:pt x="309688" y="54911"/>
                </a:cubicBezTo>
                <a:cubicBezTo>
                  <a:pt x="264881" y="83326"/>
                  <a:pt x="211331" y="127040"/>
                  <a:pt x="158874" y="178404"/>
                </a:cubicBezTo>
                <a:cubicBezTo>
                  <a:pt x="157781" y="179497"/>
                  <a:pt x="156688" y="180590"/>
                  <a:pt x="155596" y="181683"/>
                </a:cubicBezTo>
                <a:cubicBezTo>
                  <a:pt x="138110" y="179497"/>
                  <a:pt x="115160" y="178404"/>
                  <a:pt x="92210" y="180590"/>
                </a:cubicBezTo>
                <a:cubicBezTo>
                  <a:pt x="64888" y="182776"/>
                  <a:pt x="44124" y="186054"/>
                  <a:pt x="27731" y="191518"/>
                </a:cubicBezTo>
                <a:cubicBezTo>
                  <a:pt x="22267" y="193704"/>
                  <a:pt x="18988" y="199168"/>
                  <a:pt x="20081" y="204633"/>
                </a:cubicBezTo>
                <a:cubicBezTo>
                  <a:pt x="24453" y="222118"/>
                  <a:pt x="32103" y="241790"/>
                  <a:pt x="43031" y="265833"/>
                </a:cubicBezTo>
                <a:cubicBezTo>
                  <a:pt x="47403" y="275668"/>
                  <a:pt x="52867" y="285504"/>
                  <a:pt x="58331" y="294247"/>
                </a:cubicBezTo>
                <a:cubicBezTo>
                  <a:pt x="52867" y="302990"/>
                  <a:pt x="47403" y="310640"/>
                  <a:pt x="41938" y="318290"/>
                </a:cubicBezTo>
                <a:cubicBezTo>
                  <a:pt x="34288" y="327033"/>
                  <a:pt x="36474" y="342333"/>
                  <a:pt x="46310" y="362004"/>
                </a:cubicBezTo>
                <a:cubicBezTo>
                  <a:pt x="47403" y="364190"/>
                  <a:pt x="50681" y="365283"/>
                  <a:pt x="53960" y="364190"/>
                </a:cubicBezTo>
                <a:lnTo>
                  <a:pt x="63796" y="358726"/>
                </a:lnTo>
                <a:cubicBezTo>
                  <a:pt x="65981" y="357633"/>
                  <a:pt x="67074" y="354354"/>
                  <a:pt x="65981" y="351075"/>
                </a:cubicBezTo>
                <a:cubicBezTo>
                  <a:pt x="59424" y="339054"/>
                  <a:pt x="59424" y="333590"/>
                  <a:pt x="59424" y="331404"/>
                </a:cubicBezTo>
                <a:cubicBezTo>
                  <a:pt x="67074" y="330311"/>
                  <a:pt x="97674" y="343426"/>
                  <a:pt x="140296" y="384954"/>
                </a:cubicBezTo>
                <a:cubicBezTo>
                  <a:pt x="181824" y="426483"/>
                  <a:pt x="194938" y="458176"/>
                  <a:pt x="193846" y="465825"/>
                </a:cubicBezTo>
                <a:cubicBezTo>
                  <a:pt x="191660" y="465825"/>
                  <a:pt x="186196" y="465825"/>
                  <a:pt x="174174" y="459268"/>
                </a:cubicBezTo>
                <a:cubicBezTo>
                  <a:pt x="171988" y="458176"/>
                  <a:pt x="168710" y="459268"/>
                  <a:pt x="166524" y="461454"/>
                </a:cubicBezTo>
                <a:lnTo>
                  <a:pt x="161060" y="471290"/>
                </a:lnTo>
                <a:cubicBezTo>
                  <a:pt x="159967" y="473476"/>
                  <a:pt x="161060" y="477847"/>
                  <a:pt x="163246" y="478940"/>
                </a:cubicBezTo>
                <a:cubicBezTo>
                  <a:pt x="175267" y="484404"/>
                  <a:pt x="185103" y="487683"/>
                  <a:pt x="192753" y="487683"/>
                </a:cubicBezTo>
                <a:cubicBezTo>
                  <a:pt x="198217" y="487683"/>
                  <a:pt x="203681" y="486590"/>
                  <a:pt x="206960" y="483311"/>
                </a:cubicBezTo>
                <a:cubicBezTo>
                  <a:pt x="215703" y="477847"/>
                  <a:pt x="223353" y="472383"/>
                  <a:pt x="231003" y="466918"/>
                </a:cubicBezTo>
                <a:cubicBezTo>
                  <a:pt x="239746" y="472383"/>
                  <a:pt x="248488" y="476754"/>
                  <a:pt x="258324" y="482218"/>
                </a:cubicBezTo>
                <a:cubicBezTo>
                  <a:pt x="282367" y="494240"/>
                  <a:pt x="302038" y="501890"/>
                  <a:pt x="319524" y="505168"/>
                </a:cubicBezTo>
                <a:cubicBezTo>
                  <a:pt x="320617" y="505168"/>
                  <a:pt x="321710" y="505168"/>
                  <a:pt x="321710" y="505168"/>
                </a:cubicBezTo>
                <a:cubicBezTo>
                  <a:pt x="326081" y="505168"/>
                  <a:pt x="330453" y="501890"/>
                  <a:pt x="331546" y="497518"/>
                </a:cubicBezTo>
                <a:cubicBezTo>
                  <a:pt x="337010" y="481126"/>
                  <a:pt x="340288" y="460361"/>
                  <a:pt x="342474" y="433040"/>
                </a:cubicBezTo>
                <a:cubicBezTo>
                  <a:pt x="344660" y="408997"/>
                  <a:pt x="343567" y="387140"/>
                  <a:pt x="341381" y="369654"/>
                </a:cubicBezTo>
                <a:cubicBezTo>
                  <a:pt x="342474" y="368561"/>
                  <a:pt x="343567" y="367468"/>
                  <a:pt x="344660" y="366376"/>
                </a:cubicBezTo>
                <a:cubicBezTo>
                  <a:pt x="397117" y="315011"/>
                  <a:pt x="440831" y="261461"/>
                  <a:pt x="468153" y="216654"/>
                </a:cubicBezTo>
                <a:cubicBezTo>
                  <a:pt x="468153" y="215561"/>
                  <a:pt x="480174" y="198076"/>
                  <a:pt x="493288" y="164197"/>
                </a:cubicBezTo>
                <a:lnTo>
                  <a:pt x="493288" y="163104"/>
                </a:lnTo>
                <a:cubicBezTo>
                  <a:pt x="499846" y="144526"/>
                  <a:pt x="509681" y="118297"/>
                  <a:pt x="515146" y="87697"/>
                </a:cubicBezTo>
                <a:cubicBezTo>
                  <a:pt x="522796" y="56004"/>
                  <a:pt x="526074" y="31961"/>
                  <a:pt x="524981" y="11197"/>
                </a:cubicBezTo>
                <a:close/>
                <a:moveTo>
                  <a:pt x="44124" y="209004"/>
                </a:moveTo>
                <a:cubicBezTo>
                  <a:pt x="57238" y="205725"/>
                  <a:pt x="73631" y="203540"/>
                  <a:pt x="93303" y="202447"/>
                </a:cubicBezTo>
                <a:cubicBezTo>
                  <a:pt x="108603" y="201354"/>
                  <a:pt x="122810" y="201354"/>
                  <a:pt x="135924" y="202447"/>
                </a:cubicBezTo>
                <a:cubicBezTo>
                  <a:pt x="110788" y="228676"/>
                  <a:pt x="90024" y="252718"/>
                  <a:pt x="72538" y="274576"/>
                </a:cubicBezTo>
                <a:cubicBezTo>
                  <a:pt x="69260" y="269111"/>
                  <a:pt x="65981" y="262554"/>
                  <a:pt x="62703" y="255997"/>
                </a:cubicBezTo>
                <a:cubicBezTo>
                  <a:pt x="53960" y="237418"/>
                  <a:pt x="48496" y="222118"/>
                  <a:pt x="44124" y="209004"/>
                </a:cubicBezTo>
                <a:close/>
                <a:moveTo>
                  <a:pt x="321710" y="431947"/>
                </a:moveTo>
                <a:lnTo>
                  <a:pt x="321710" y="431947"/>
                </a:lnTo>
                <a:cubicBezTo>
                  <a:pt x="320617" y="451618"/>
                  <a:pt x="318431" y="468011"/>
                  <a:pt x="315153" y="481126"/>
                </a:cubicBezTo>
                <a:cubicBezTo>
                  <a:pt x="300946" y="476754"/>
                  <a:pt x="286738" y="470197"/>
                  <a:pt x="268160" y="461454"/>
                </a:cubicBezTo>
                <a:cubicBezTo>
                  <a:pt x="261603" y="458176"/>
                  <a:pt x="256138" y="454897"/>
                  <a:pt x="250674" y="452711"/>
                </a:cubicBezTo>
                <a:cubicBezTo>
                  <a:pt x="274717" y="434133"/>
                  <a:pt x="297667" y="413368"/>
                  <a:pt x="321710" y="389325"/>
                </a:cubicBezTo>
                <a:cubicBezTo>
                  <a:pt x="322803" y="402440"/>
                  <a:pt x="322803" y="416647"/>
                  <a:pt x="321710" y="431947"/>
                </a:cubicBezTo>
                <a:close/>
                <a:moveTo>
                  <a:pt x="127181" y="412276"/>
                </a:moveTo>
                <a:lnTo>
                  <a:pt x="49588" y="488776"/>
                </a:lnTo>
                <a:cubicBezTo>
                  <a:pt x="47403" y="490961"/>
                  <a:pt x="44124" y="490961"/>
                  <a:pt x="41938" y="488776"/>
                </a:cubicBezTo>
                <a:lnTo>
                  <a:pt x="34288" y="481126"/>
                </a:lnTo>
                <a:cubicBezTo>
                  <a:pt x="32103" y="478940"/>
                  <a:pt x="32103" y="475661"/>
                  <a:pt x="34288" y="473476"/>
                </a:cubicBezTo>
                <a:lnTo>
                  <a:pt x="111881" y="396976"/>
                </a:lnTo>
                <a:cubicBezTo>
                  <a:pt x="114067" y="394790"/>
                  <a:pt x="117346" y="394790"/>
                  <a:pt x="119531" y="396976"/>
                </a:cubicBezTo>
                <a:lnTo>
                  <a:pt x="127181" y="404626"/>
                </a:lnTo>
                <a:cubicBezTo>
                  <a:pt x="129367" y="406811"/>
                  <a:pt x="129367" y="410090"/>
                  <a:pt x="127181" y="412276"/>
                </a:cubicBezTo>
                <a:close/>
                <a:moveTo>
                  <a:pt x="63796" y="401347"/>
                </a:moveTo>
                <a:cubicBezTo>
                  <a:pt x="46310" y="401347"/>
                  <a:pt x="28824" y="394790"/>
                  <a:pt x="15710" y="381676"/>
                </a:cubicBezTo>
                <a:cubicBezTo>
                  <a:pt x="9153" y="375118"/>
                  <a:pt x="3688" y="366376"/>
                  <a:pt x="410" y="357633"/>
                </a:cubicBezTo>
                <a:cubicBezTo>
                  <a:pt x="-683" y="355447"/>
                  <a:pt x="410" y="352168"/>
                  <a:pt x="3688" y="351075"/>
                </a:cubicBezTo>
                <a:lnTo>
                  <a:pt x="13524" y="347797"/>
                </a:lnTo>
                <a:cubicBezTo>
                  <a:pt x="15710" y="346704"/>
                  <a:pt x="18988" y="347797"/>
                  <a:pt x="20081" y="351075"/>
                </a:cubicBezTo>
                <a:cubicBezTo>
                  <a:pt x="22267" y="357633"/>
                  <a:pt x="25546" y="363097"/>
                  <a:pt x="31010" y="367468"/>
                </a:cubicBezTo>
                <a:cubicBezTo>
                  <a:pt x="48496" y="384954"/>
                  <a:pt x="78003" y="384954"/>
                  <a:pt x="95488" y="367468"/>
                </a:cubicBezTo>
                <a:cubicBezTo>
                  <a:pt x="97674" y="365283"/>
                  <a:pt x="100953" y="365283"/>
                  <a:pt x="103138" y="367468"/>
                </a:cubicBezTo>
                <a:lnTo>
                  <a:pt x="110788" y="375118"/>
                </a:lnTo>
                <a:cubicBezTo>
                  <a:pt x="112974" y="377304"/>
                  <a:pt x="112974" y="380583"/>
                  <a:pt x="110788" y="382768"/>
                </a:cubicBezTo>
                <a:cubicBezTo>
                  <a:pt x="98767" y="394790"/>
                  <a:pt x="81281" y="401347"/>
                  <a:pt x="63796" y="401347"/>
                </a:cubicBezTo>
                <a:close/>
                <a:moveTo>
                  <a:pt x="177453" y="510633"/>
                </a:moveTo>
                <a:lnTo>
                  <a:pt x="173081" y="520468"/>
                </a:lnTo>
                <a:cubicBezTo>
                  <a:pt x="171988" y="523747"/>
                  <a:pt x="168710" y="524840"/>
                  <a:pt x="166524" y="523747"/>
                </a:cubicBezTo>
                <a:cubicBezTo>
                  <a:pt x="157781" y="520468"/>
                  <a:pt x="149038" y="515004"/>
                  <a:pt x="142481" y="508447"/>
                </a:cubicBezTo>
                <a:cubicBezTo>
                  <a:pt x="116253" y="482218"/>
                  <a:pt x="116253" y="439597"/>
                  <a:pt x="142481" y="413368"/>
                </a:cubicBezTo>
                <a:cubicBezTo>
                  <a:pt x="144667" y="411183"/>
                  <a:pt x="147946" y="411183"/>
                  <a:pt x="150131" y="413368"/>
                </a:cubicBezTo>
                <a:lnTo>
                  <a:pt x="157781" y="421018"/>
                </a:lnTo>
                <a:cubicBezTo>
                  <a:pt x="159967" y="423204"/>
                  <a:pt x="159967" y="426483"/>
                  <a:pt x="157781" y="428668"/>
                </a:cubicBezTo>
                <a:cubicBezTo>
                  <a:pt x="140296" y="446154"/>
                  <a:pt x="140296" y="475661"/>
                  <a:pt x="157781" y="493147"/>
                </a:cubicBezTo>
                <a:cubicBezTo>
                  <a:pt x="162153" y="497518"/>
                  <a:pt x="167617" y="501890"/>
                  <a:pt x="174174" y="504075"/>
                </a:cubicBezTo>
                <a:lnTo>
                  <a:pt x="174174" y="504075"/>
                </a:lnTo>
                <a:cubicBezTo>
                  <a:pt x="177453" y="505168"/>
                  <a:pt x="178546" y="508447"/>
                  <a:pt x="177453" y="510633"/>
                </a:cubicBezTo>
                <a:close/>
                <a:moveTo>
                  <a:pt x="184010" y="277854"/>
                </a:moveTo>
                <a:lnTo>
                  <a:pt x="184010" y="277854"/>
                </a:lnTo>
                <a:cubicBezTo>
                  <a:pt x="180731" y="281133"/>
                  <a:pt x="179638" y="286597"/>
                  <a:pt x="181824" y="289876"/>
                </a:cubicBezTo>
                <a:cubicBezTo>
                  <a:pt x="184010" y="293154"/>
                  <a:pt x="188381" y="296433"/>
                  <a:pt x="192753" y="296433"/>
                </a:cubicBezTo>
                <a:cubicBezTo>
                  <a:pt x="202588" y="295340"/>
                  <a:pt x="212424" y="298618"/>
                  <a:pt x="218981" y="305176"/>
                </a:cubicBezTo>
                <a:cubicBezTo>
                  <a:pt x="223353" y="309547"/>
                  <a:pt x="226631" y="316104"/>
                  <a:pt x="227724" y="322661"/>
                </a:cubicBezTo>
                <a:lnTo>
                  <a:pt x="227724" y="332497"/>
                </a:lnTo>
                <a:cubicBezTo>
                  <a:pt x="227724" y="336868"/>
                  <a:pt x="231003" y="341240"/>
                  <a:pt x="234281" y="342333"/>
                </a:cubicBezTo>
                <a:cubicBezTo>
                  <a:pt x="235374" y="342333"/>
                  <a:pt x="236467" y="343426"/>
                  <a:pt x="238653" y="343426"/>
                </a:cubicBezTo>
                <a:cubicBezTo>
                  <a:pt x="241931" y="343426"/>
                  <a:pt x="244117" y="342333"/>
                  <a:pt x="246303" y="340147"/>
                </a:cubicBezTo>
                <a:lnTo>
                  <a:pt x="378538" y="207911"/>
                </a:lnTo>
                <a:cubicBezTo>
                  <a:pt x="380724" y="205725"/>
                  <a:pt x="381817" y="203540"/>
                  <a:pt x="381817" y="200261"/>
                </a:cubicBezTo>
                <a:cubicBezTo>
                  <a:pt x="381817" y="196983"/>
                  <a:pt x="365424" y="179497"/>
                  <a:pt x="331546" y="145618"/>
                </a:cubicBezTo>
                <a:cubicBezTo>
                  <a:pt x="327174" y="141247"/>
                  <a:pt x="320617" y="141247"/>
                  <a:pt x="316246" y="145618"/>
                </a:cubicBezTo>
                <a:lnTo>
                  <a:pt x="184010" y="277854"/>
                </a:lnTo>
                <a:close/>
                <a:moveTo>
                  <a:pt x="323896" y="168568"/>
                </a:moveTo>
                <a:lnTo>
                  <a:pt x="355588" y="200261"/>
                </a:lnTo>
                <a:lnTo>
                  <a:pt x="355588" y="200261"/>
                </a:lnTo>
                <a:lnTo>
                  <a:pt x="246303" y="309547"/>
                </a:lnTo>
                <a:cubicBezTo>
                  <a:pt x="244117" y="301897"/>
                  <a:pt x="239746" y="295340"/>
                  <a:pt x="234281" y="289876"/>
                </a:cubicBezTo>
                <a:cubicBezTo>
                  <a:pt x="228817" y="284411"/>
                  <a:pt x="222260" y="280040"/>
                  <a:pt x="214610" y="277854"/>
                </a:cubicBezTo>
                <a:lnTo>
                  <a:pt x="323896" y="168568"/>
                </a:lnTo>
                <a:close/>
              </a:path>
            </a:pathLst>
          </a:custGeom>
          <a:solidFill>
            <a:schemeClr val="accent1"/>
          </a:solidFill>
          <a:ln>
            <a:noFill/>
          </a:ln>
        </p:spPr>
        <p:txBody>
          <a:bodyPr spcFirstLastPara="1" wrap="square" lIns="367100" tIns="183500" rIns="367100" bIns="183500" anchor="ctr" anchorCtr="0">
            <a:noAutofit/>
          </a:bodyPr>
          <a:lstStyle/>
          <a:p>
            <a:pPr marL="0" marR="0" lvl="0" indent="0" algn="l" rtl="0">
              <a:spcBef>
                <a:spcPts val="0"/>
              </a:spcBef>
              <a:spcAft>
                <a:spcPts val="0"/>
              </a:spcAft>
              <a:buNone/>
            </a:pPr>
            <a:endParaRPr sz="7200">
              <a:solidFill>
                <a:schemeClr val="lt1"/>
              </a:solidFill>
              <a:latin typeface="Arial"/>
              <a:ea typeface="Arial"/>
              <a:cs typeface="Arial"/>
              <a:sym typeface="Arial"/>
            </a:endParaRPr>
          </a:p>
        </p:txBody>
      </p:sp>
      <p:sp>
        <p:nvSpPr>
          <p:cNvPr id="120" name="Google Shape;120;p11"/>
          <p:cNvSpPr/>
          <p:nvPr/>
        </p:nvSpPr>
        <p:spPr>
          <a:xfrm>
            <a:off x="12485450" y="11977948"/>
            <a:ext cx="810720" cy="1102439"/>
          </a:xfrm>
          <a:custGeom>
            <a:avLst/>
            <a:gdLst/>
            <a:ahLst/>
            <a:cxnLst/>
            <a:rect l="l" t="t" r="r" b="b"/>
            <a:pathLst>
              <a:path w="404349" h="502823" extrusionOk="0">
                <a:moveTo>
                  <a:pt x="266435" y="450366"/>
                </a:moveTo>
                <a:lnTo>
                  <a:pt x="266435" y="450366"/>
                </a:lnTo>
                <a:cubicBezTo>
                  <a:pt x="260315" y="480748"/>
                  <a:pt x="233212" y="502824"/>
                  <a:pt x="202175" y="502824"/>
                </a:cubicBezTo>
                <a:cubicBezTo>
                  <a:pt x="171138" y="502824"/>
                  <a:pt x="144144" y="480748"/>
                  <a:pt x="137915" y="450476"/>
                </a:cubicBezTo>
                <a:lnTo>
                  <a:pt x="142068" y="449601"/>
                </a:lnTo>
                <a:lnTo>
                  <a:pt x="137915" y="450476"/>
                </a:lnTo>
                <a:cubicBezTo>
                  <a:pt x="137259" y="447525"/>
                  <a:pt x="139226" y="444684"/>
                  <a:pt x="142177" y="444028"/>
                </a:cubicBezTo>
                <a:lnTo>
                  <a:pt x="152887" y="441842"/>
                </a:lnTo>
                <a:cubicBezTo>
                  <a:pt x="155838" y="441186"/>
                  <a:pt x="158679" y="443154"/>
                  <a:pt x="159335" y="446104"/>
                </a:cubicBezTo>
                <a:lnTo>
                  <a:pt x="159335" y="446104"/>
                </a:lnTo>
                <a:cubicBezTo>
                  <a:pt x="163488" y="466322"/>
                  <a:pt x="181520" y="480966"/>
                  <a:pt x="202175" y="480966"/>
                </a:cubicBezTo>
                <a:cubicBezTo>
                  <a:pt x="222830" y="480966"/>
                  <a:pt x="240862" y="466213"/>
                  <a:pt x="245015" y="445995"/>
                </a:cubicBezTo>
                <a:lnTo>
                  <a:pt x="264140" y="449929"/>
                </a:lnTo>
                <a:lnTo>
                  <a:pt x="245015" y="445995"/>
                </a:lnTo>
                <a:cubicBezTo>
                  <a:pt x="245561" y="443044"/>
                  <a:pt x="248512" y="441077"/>
                  <a:pt x="251463" y="441733"/>
                </a:cubicBezTo>
                <a:lnTo>
                  <a:pt x="262173" y="443919"/>
                </a:lnTo>
                <a:cubicBezTo>
                  <a:pt x="265123" y="444465"/>
                  <a:pt x="267090" y="447416"/>
                  <a:pt x="266435" y="450366"/>
                </a:cubicBezTo>
                <a:close/>
                <a:moveTo>
                  <a:pt x="266435" y="404576"/>
                </a:moveTo>
                <a:cubicBezTo>
                  <a:pt x="265779" y="401625"/>
                  <a:pt x="262828" y="399767"/>
                  <a:pt x="259878" y="400423"/>
                </a:cubicBezTo>
                <a:lnTo>
                  <a:pt x="259878" y="400423"/>
                </a:lnTo>
                <a:cubicBezTo>
                  <a:pt x="223376" y="408729"/>
                  <a:pt x="180973" y="408729"/>
                  <a:pt x="144472" y="400423"/>
                </a:cubicBezTo>
                <a:lnTo>
                  <a:pt x="139663" y="421515"/>
                </a:lnTo>
                <a:lnTo>
                  <a:pt x="144472" y="400423"/>
                </a:lnTo>
                <a:cubicBezTo>
                  <a:pt x="141521" y="399767"/>
                  <a:pt x="138570" y="401625"/>
                  <a:pt x="137915" y="404576"/>
                </a:cubicBezTo>
                <a:lnTo>
                  <a:pt x="135510" y="415286"/>
                </a:lnTo>
                <a:cubicBezTo>
                  <a:pt x="134855" y="418236"/>
                  <a:pt x="136713" y="421187"/>
                  <a:pt x="139663" y="421843"/>
                </a:cubicBezTo>
                <a:lnTo>
                  <a:pt x="139663" y="421843"/>
                </a:lnTo>
                <a:cubicBezTo>
                  <a:pt x="159444" y="426324"/>
                  <a:pt x="180536" y="428619"/>
                  <a:pt x="202175" y="428619"/>
                </a:cubicBezTo>
                <a:cubicBezTo>
                  <a:pt x="223813" y="428619"/>
                  <a:pt x="244905" y="426324"/>
                  <a:pt x="264686" y="421843"/>
                </a:cubicBezTo>
                <a:lnTo>
                  <a:pt x="264686" y="421843"/>
                </a:lnTo>
                <a:cubicBezTo>
                  <a:pt x="267637" y="421187"/>
                  <a:pt x="269495" y="418236"/>
                  <a:pt x="268839" y="415286"/>
                </a:cubicBezTo>
                <a:lnTo>
                  <a:pt x="266435" y="404576"/>
                </a:lnTo>
                <a:close/>
                <a:moveTo>
                  <a:pt x="191246" y="38359"/>
                </a:moveTo>
                <a:cubicBezTo>
                  <a:pt x="191246" y="38359"/>
                  <a:pt x="191246" y="38359"/>
                  <a:pt x="191246" y="38359"/>
                </a:cubicBezTo>
                <a:lnTo>
                  <a:pt x="191246" y="38578"/>
                </a:lnTo>
                <a:lnTo>
                  <a:pt x="191246" y="38578"/>
                </a:lnTo>
                <a:cubicBezTo>
                  <a:pt x="191355" y="41419"/>
                  <a:pt x="193760" y="43824"/>
                  <a:pt x="196601" y="43824"/>
                </a:cubicBezTo>
                <a:lnTo>
                  <a:pt x="207530" y="43824"/>
                </a:lnTo>
                <a:cubicBezTo>
                  <a:pt x="210480" y="43824"/>
                  <a:pt x="212775" y="41529"/>
                  <a:pt x="212885" y="38578"/>
                </a:cubicBezTo>
                <a:lnTo>
                  <a:pt x="212885" y="38578"/>
                </a:lnTo>
                <a:lnTo>
                  <a:pt x="212885" y="5246"/>
                </a:lnTo>
                <a:lnTo>
                  <a:pt x="212885" y="5246"/>
                </a:lnTo>
                <a:cubicBezTo>
                  <a:pt x="212775" y="2404"/>
                  <a:pt x="210371" y="0"/>
                  <a:pt x="207530" y="0"/>
                </a:cubicBezTo>
                <a:lnTo>
                  <a:pt x="196601" y="0"/>
                </a:lnTo>
                <a:cubicBezTo>
                  <a:pt x="193650" y="0"/>
                  <a:pt x="191355" y="2295"/>
                  <a:pt x="191246" y="5246"/>
                </a:cubicBezTo>
                <a:lnTo>
                  <a:pt x="191246" y="5246"/>
                </a:lnTo>
                <a:lnTo>
                  <a:pt x="191246" y="5464"/>
                </a:lnTo>
                <a:cubicBezTo>
                  <a:pt x="191246" y="5464"/>
                  <a:pt x="191246" y="5464"/>
                  <a:pt x="191246" y="5464"/>
                </a:cubicBezTo>
                <a:lnTo>
                  <a:pt x="191246" y="5464"/>
                </a:lnTo>
                <a:lnTo>
                  <a:pt x="191246" y="38250"/>
                </a:lnTo>
                <a:lnTo>
                  <a:pt x="191246" y="38250"/>
                </a:lnTo>
                <a:close/>
                <a:moveTo>
                  <a:pt x="2510" y="126881"/>
                </a:moveTo>
                <a:lnTo>
                  <a:pt x="2510" y="126881"/>
                </a:lnTo>
                <a:cubicBezTo>
                  <a:pt x="2510" y="126881"/>
                  <a:pt x="2728" y="127099"/>
                  <a:pt x="2728" y="127099"/>
                </a:cubicBezTo>
                <a:cubicBezTo>
                  <a:pt x="2728" y="127099"/>
                  <a:pt x="2728" y="127099"/>
                  <a:pt x="2728" y="127099"/>
                </a:cubicBezTo>
                <a:lnTo>
                  <a:pt x="2728" y="127099"/>
                </a:lnTo>
                <a:cubicBezTo>
                  <a:pt x="2728" y="127099"/>
                  <a:pt x="31143" y="143492"/>
                  <a:pt x="31143" y="143492"/>
                </a:cubicBezTo>
                <a:lnTo>
                  <a:pt x="31143" y="143492"/>
                </a:lnTo>
                <a:cubicBezTo>
                  <a:pt x="31143" y="143492"/>
                  <a:pt x="31143" y="143492"/>
                  <a:pt x="31143" y="143492"/>
                </a:cubicBezTo>
                <a:lnTo>
                  <a:pt x="31361" y="143492"/>
                </a:lnTo>
                <a:cubicBezTo>
                  <a:pt x="31361" y="143492"/>
                  <a:pt x="31361" y="143492"/>
                  <a:pt x="31361" y="143492"/>
                </a:cubicBezTo>
                <a:cubicBezTo>
                  <a:pt x="33984" y="144804"/>
                  <a:pt x="37153" y="143929"/>
                  <a:pt x="38574" y="141416"/>
                </a:cubicBezTo>
                <a:lnTo>
                  <a:pt x="44038" y="131908"/>
                </a:lnTo>
                <a:cubicBezTo>
                  <a:pt x="45459" y="129394"/>
                  <a:pt x="44694" y="126225"/>
                  <a:pt x="42290" y="124586"/>
                </a:cubicBezTo>
                <a:lnTo>
                  <a:pt x="42290" y="124586"/>
                </a:lnTo>
                <a:cubicBezTo>
                  <a:pt x="42290" y="124586"/>
                  <a:pt x="13438" y="107865"/>
                  <a:pt x="13438" y="107865"/>
                </a:cubicBezTo>
                <a:lnTo>
                  <a:pt x="13438" y="107865"/>
                </a:lnTo>
                <a:cubicBezTo>
                  <a:pt x="10815" y="106554"/>
                  <a:pt x="7646" y="107428"/>
                  <a:pt x="6225" y="110051"/>
                </a:cubicBezTo>
                <a:lnTo>
                  <a:pt x="761" y="119559"/>
                </a:lnTo>
                <a:cubicBezTo>
                  <a:pt x="-660" y="122072"/>
                  <a:pt x="105" y="125241"/>
                  <a:pt x="2510" y="126881"/>
                </a:cubicBezTo>
                <a:close/>
                <a:moveTo>
                  <a:pt x="38574" y="317694"/>
                </a:moveTo>
                <a:cubicBezTo>
                  <a:pt x="37153" y="315180"/>
                  <a:pt x="33984" y="314306"/>
                  <a:pt x="31361" y="315617"/>
                </a:cubicBezTo>
                <a:lnTo>
                  <a:pt x="31361" y="315617"/>
                </a:lnTo>
                <a:cubicBezTo>
                  <a:pt x="31361" y="315617"/>
                  <a:pt x="2510" y="332229"/>
                  <a:pt x="2510" y="332229"/>
                </a:cubicBezTo>
                <a:lnTo>
                  <a:pt x="2510" y="332229"/>
                </a:lnTo>
                <a:cubicBezTo>
                  <a:pt x="105" y="333868"/>
                  <a:pt x="-769" y="337037"/>
                  <a:pt x="761" y="339551"/>
                </a:cubicBezTo>
                <a:lnTo>
                  <a:pt x="6225" y="349059"/>
                </a:lnTo>
                <a:cubicBezTo>
                  <a:pt x="7646" y="351572"/>
                  <a:pt x="10815" y="352446"/>
                  <a:pt x="13438" y="351135"/>
                </a:cubicBezTo>
                <a:lnTo>
                  <a:pt x="13438" y="351135"/>
                </a:lnTo>
                <a:cubicBezTo>
                  <a:pt x="13438" y="351135"/>
                  <a:pt x="13657" y="351135"/>
                  <a:pt x="13657" y="351135"/>
                </a:cubicBezTo>
                <a:cubicBezTo>
                  <a:pt x="13657" y="351135"/>
                  <a:pt x="13657" y="351135"/>
                  <a:pt x="13657" y="351135"/>
                </a:cubicBezTo>
                <a:lnTo>
                  <a:pt x="13657" y="351135"/>
                </a:lnTo>
                <a:cubicBezTo>
                  <a:pt x="13657" y="351135"/>
                  <a:pt x="42071" y="334742"/>
                  <a:pt x="42071" y="334742"/>
                </a:cubicBezTo>
                <a:lnTo>
                  <a:pt x="42071" y="334742"/>
                </a:lnTo>
                <a:cubicBezTo>
                  <a:pt x="42071" y="334742"/>
                  <a:pt x="42071" y="334742"/>
                  <a:pt x="42071" y="334742"/>
                </a:cubicBezTo>
                <a:lnTo>
                  <a:pt x="42290" y="334742"/>
                </a:lnTo>
                <a:cubicBezTo>
                  <a:pt x="42290" y="334742"/>
                  <a:pt x="42290" y="334524"/>
                  <a:pt x="42290" y="334524"/>
                </a:cubicBezTo>
                <a:cubicBezTo>
                  <a:pt x="44694" y="332994"/>
                  <a:pt x="45568" y="329824"/>
                  <a:pt x="44038" y="327201"/>
                </a:cubicBezTo>
                <a:lnTo>
                  <a:pt x="38574" y="317694"/>
                </a:lnTo>
                <a:close/>
                <a:moveTo>
                  <a:pt x="401840" y="332338"/>
                </a:moveTo>
                <a:lnTo>
                  <a:pt x="401840" y="332338"/>
                </a:lnTo>
                <a:cubicBezTo>
                  <a:pt x="401840" y="332338"/>
                  <a:pt x="401621" y="332119"/>
                  <a:pt x="401621" y="332119"/>
                </a:cubicBezTo>
                <a:cubicBezTo>
                  <a:pt x="401621" y="332119"/>
                  <a:pt x="401621" y="332119"/>
                  <a:pt x="401621" y="332119"/>
                </a:cubicBezTo>
                <a:lnTo>
                  <a:pt x="401621" y="332119"/>
                </a:lnTo>
                <a:cubicBezTo>
                  <a:pt x="401621" y="332119"/>
                  <a:pt x="373207" y="315726"/>
                  <a:pt x="373207" y="315726"/>
                </a:cubicBezTo>
                <a:lnTo>
                  <a:pt x="373207" y="315726"/>
                </a:lnTo>
                <a:cubicBezTo>
                  <a:pt x="373207" y="315726"/>
                  <a:pt x="373207" y="315726"/>
                  <a:pt x="373207" y="315726"/>
                </a:cubicBezTo>
                <a:lnTo>
                  <a:pt x="372988" y="315726"/>
                </a:lnTo>
                <a:cubicBezTo>
                  <a:pt x="372988" y="315726"/>
                  <a:pt x="372988" y="315726"/>
                  <a:pt x="372988" y="315726"/>
                </a:cubicBezTo>
                <a:cubicBezTo>
                  <a:pt x="370365" y="314415"/>
                  <a:pt x="367196" y="315289"/>
                  <a:pt x="365775" y="317803"/>
                </a:cubicBezTo>
                <a:lnTo>
                  <a:pt x="360311" y="327311"/>
                </a:lnTo>
                <a:cubicBezTo>
                  <a:pt x="358890" y="329824"/>
                  <a:pt x="359655" y="332994"/>
                  <a:pt x="362060" y="334633"/>
                </a:cubicBezTo>
                <a:lnTo>
                  <a:pt x="362060" y="334633"/>
                </a:lnTo>
                <a:cubicBezTo>
                  <a:pt x="362060" y="334633"/>
                  <a:pt x="390911" y="351354"/>
                  <a:pt x="390911" y="351354"/>
                </a:cubicBezTo>
                <a:lnTo>
                  <a:pt x="390911" y="351354"/>
                </a:lnTo>
                <a:cubicBezTo>
                  <a:pt x="393534" y="352665"/>
                  <a:pt x="396703" y="351791"/>
                  <a:pt x="398124" y="349168"/>
                </a:cubicBezTo>
                <a:lnTo>
                  <a:pt x="403588" y="339660"/>
                </a:lnTo>
                <a:cubicBezTo>
                  <a:pt x="405009" y="337146"/>
                  <a:pt x="404244" y="333977"/>
                  <a:pt x="401840" y="332338"/>
                </a:cubicBezTo>
                <a:close/>
                <a:moveTo>
                  <a:pt x="365775" y="141525"/>
                </a:moveTo>
                <a:cubicBezTo>
                  <a:pt x="367196" y="144039"/>
                  <a:pt x="370365" y="144913"/>
                  <a:pt x="372988" y="143601"/>
                </a:cubicBezTo>
                <a:lnTo>
                  <a:pt x="372988" y="143601"/>
                </a:lnTo>
                <a:cubicBezTo>
                  <a:pt x="372988" y="143601"/>
                  <a:pt x="401840" y="126990"/>
                  <a:pt x="401840" y="126990"/>
                </a:cubicBezTo>
                <a:lnTo>
                  <a:pt x="401840" y="126990"/>
                </a:lnTo>
                <a:cubicBezTo>
                  <a:pt x="404244" y="125351"/>
                  <a:pt x="405118" y="122181"/>
                  <a:pt x="403588" y="119668"/>
                </a:cubicBezTo>
                <a:lnTo>
                  <a:pt x="398124" y="110160"/>
                </a:lnTo>
                <a:cubicBezTo>
                  <a:pt x="396703" y="107646"/>
                  <a:pt x="393534" y="106772"/>
                  <a:pt x="390911" y="108084"/>
                </a:cubicBezTo>
                <a:lnTo>
                  <a:pt x="390911" y="108084"/>
                </a:lnTo>
                <a:cubicBezTo>
                  <a:pt x="390911" y="108084"/>
                  <a:pt x="390693" y="108084"/>
                  <a:pt x="390693" y="108084"/>
                </a:cubicBezTo>
                <a:cubicBezTo>
                  <a:pt x="390693" y="108084"/>
                  <a:pt x="390693" y="108084"/>
                  <a:pt x="390693" y="108084"/>
                </a:cubicBezTo>
                <a:lnTo>
                  <a:pt x="390693" y="108084"/>
                </a:lnTo>
                <a:cubicBezTo>
                  <a:pt x="390693" y="108084"/>
                  <a:pt x="362278" y="124476"/>
                  <a:pt x="362278" y="124476"/>
                </a:cubicBezTo>
                <a:lnTo>
                  <a:pt x="362278" y="124476"/>
                </a:lnTo>
                <a:cubicBezTo>
                  <a:pt x="362278" y="124476"/>
                  <a:pt x="362278" y="124476"/>
                  <a:pt x="362278" y="124476"/>
                </a:cubicBezTo>
                <a:lnTo>
                  <a:pt x="362060" y="124476"/>
                </a:lnTo>
                <a:cubicBezTo>
                  <a:pt x="362060" y="124476"/>
                  <a:pt x="362060" y="124695"/>
                  <a:pt x="362060" y="124695"/>
                </a:cubicBezTo>
                <a:cubicBezTo>
                  <a:pt x="359655" y="126225"/>
                  <a:pt x="358781" y="129394"/>
                  <a:pt x="360311" y="132017"/>
                </a:cubicBezTo>
                <a:lnTo>
                  <a:pt x="365775" y="141525"/>
                </a:lnTo>
                <a:close/>
                <a:moveTo>
                  <a:pt x="366103" y="229609"/>
                </a:moveTo>
                <a:cubicBezTo>
                  <a:pt x="366103" y="319989"/>
                  <a:pt x="292554" y="393538"/>
                  <a:pt x="202175" y="393538"/>
                </a:cubicBezTo>
                <a:cubicBezTo>
                  <a:pt x="111795" y="393538"/>
                  <a:pt x="38246" y="319989"/>
                  <a:pt x="38246" y="229609"/>
                </a:cubicBezTo>
                <a:cubicBezTo>
                  <a:pt x="38246" y="139230"/>
                  <a:pt x="111795" y="65681"/>
                  <a:pt x="202175" y="65681"/>
                </a:cubicBezTo>
                <a:cubicBezTo>
                  <a:pt x="292554" y="65681"/>
                  <a:pt x="366103" y="139230"/>
                  <a:pt x="366103" y="229609"/>
                </a:cubicBezTo>
                <a:close/>
                <a:moveTo>
                  <a:pt x="344246" y="229609"/>
                </a:moveTo>
                <a:cubicBezTo>
                  <a:pt x="344246" y="151251"/>
                  <a:pt x="280533" y="87538"/>
                  <a:pt x="202175" y="87538"/>
                </a:cubicBezTo>
                <a:cubicBezTo>
                  <a:pt x="123817" y="87538"/>
                  <a:pt x="60103" y="151251"/>
                  <a:pt x="60103" y="229609"/>
                </a:cubicBezTo>
                <a:cubicBezTo>
                  <a:pt x="60103" y="307967"/>
                  <a:pt x="123817" y="371681"/>
                  <a:pt x="202175" y="371681"/>
                </a:cubicBezTo>
                <a:cubicBezTo>
                  <a:pt x="280533" y="371681"/>
                  <a:pt x="344246" y="307967"/>
                  <a:pt x="344246" y="229609"/>
                </a:cubicBezTo>
                <a:close/>
                <a:moveTo>
                  <a:pt x="262391" y="220429"/>
                </a:moveTo>
                <a:cubicBezTo>
                  <a:pt x="264358" y="223817"/>
                  <a:pt x="264249" y="227970"/>
                  <a:pt x="262391" y="231358"/>
                </a:cubicBezTo>
                <a:lnTo>
                  <a:pt x="202284" y="333212"/>
                </a:lnTo>
                <a:cubicBezTo>
                  <a:pt x="200317" y="336600"/>
                  <a:pt x="196710" y="338567"/>
                  <a:pt x="192885" y="338567"/>
                </a:cubicBezTo>
                <a:cubicBezTo>
                  <a:pt x="192120" y="338567"/>
                  <a:pt x="191355" y="338567"/>
                  <a:pt x="190590" y="338349"/>
                </a:cubicBezTo>
                <a:cubicBezTo>
                  <a:pt x="186000" y="337365"/>
                  <a:pt x="182503" y="333540"/>
                  <a:pt x="182066" y="328841"/>
                </a:cubicBezTo>
                <a:lnTo>
                  <a:pt x="172449" y="236822"/>
                </a:lnTo>
                <a:lnTo>
                  <a:pt x="151685" y="236822"/>
                </a:lnTo>
                <a:cubicBezTo>
                  <a:pt x="148406" y="236822"/>
                  <a:pt x="145237" y="235292"/>
                  <a:pt x="143160" y="232669"/>
                </a:cubicBezTo>
                <a:cubicBezTo>
                  <a:pt x="141084" y="230046"/>
                  <a:pt x="140319" y="226659"/>
                  <a:pt x="141084" y="223380"/>
                </a:cubicBezTo>
                <a:lnTo>
                  <a:pt x="159772" y="141744"/>
                </a:lnTo>
                <a:lnTo>
                  <a:pt x="159772" y="141744"/>
                </a:lnTo>
                <a:cubicBezTo>
                  <a:pt x="159881" y="141088"/>
                  <a:pt x="160209" y="140432"/>
                  <a:pt x="160646" y="139886"/>
                </a:cubicBezTo>
                <a:cubicBezTo>
                  <a:pt x="161520" y="137919"/>
                  <a:pt x="162832" y="136061"/>
                  <a:pt x="164690" y="134859"/>
                </a:cubicBezTo>
                <a:cubicBezTo>
                  <a:pt x="166548" y="133766"/>
                  <a:pt x="168624" y="133329"/>
                  <a:pt x="170810" y="133438"/>
                </a:cubicBezTo>
                <a:cubicBezTo>
                  <a:pt x="171465" y="133329"/>
                  <a:pt x="172230" y="133438"/>
                  <a:pt x="172995" y="133438"/>
                </a:cubicBezTo>
                <a:lnTo>
                  <a:pt x="172995" y="133438"/>
                </a:lnTo>
                <a:cubicBezTo>
                  <a:pt x="172995" y="133438"/>
                  <a:pt x="172995" y="133438"/>
                  <a:pt x="172995" y="133438"/>
                </a:cubicBezTo>
                <a:lnTo>
                  <a:pt x="175181" y="133984"/>
                </a:lnTo>
                <a:cubicBezTo>
                  <a:pt x="184361" y="136170"/>
                  <a:pt x="191574" y="137809"/>
                  <a:pt x="201519" y="137809"/>
                </a:cubicBezTo>
                <a:cubicBezTo>
                  <a:pt x="215945" y="137809"/>
                  <a:pt x="230261" y="135733"/>
                  <a:pt x="241845" y="131908"/>
                </a:cubicBezTo>
                <a:cubicBezTo>
                  <a:pt x="245670" y="130706"/>
                  <a:pt x="249933" y="131580"/>
                  <a:pt x="252774" y="134421"/>
                </a:cubicBezTo>
                <a:cubicBezTo>
                  <a:pt x="255725" y="137263"/>
                  <a:pt x="256818" y="141416"/>
                  <a:pt x="255725" y="145350"/>
                </a:cubicBezTo>
                <a:lnTo>
                  <a:pt x="235725" y="214746"/>
                </a:lnTo>
                <a:lnTo>
                  <a:pt x="253211" y="214746"/>
                </a:lnTo>
                <a:cubicBezTo>
                  <a:pt x="257145" y="214746"/>
                  <a:pt x="260752" y="216823"/>
                  <a:pt x="262719" y="220211"/>
                </a:cubicBezTo>
                <a:close/>
                <a:moveTo>
                  <a:pt x="233758" y="236822"/>
                </a:moveTo>
                <a:lnTo>
                  <a:pt x="220863" y="236822"/>
                </a:lnTo>
                <a:cubicBezTo>
                  <a:pt x="217475" y="236822"/>
                  <a:pt x="214196" y="235183"/>
                  <a:pt x="212120" y="232451"/>
                </a:cubicBezTo>
                <a:cubicBezTo>
                  <a:pt x="210043" y="229719"/>
                  <a:pt x="209388" y="226112"/>
                  <a:pt x="210371" y="222834"/>
                </a:cubicBezTo>
                <a:lnTo>
                  <a:pt x="229168" y="157481"/>
                </a:lnTo>
                <a:cubicBezTo>
                  <a:pt x="220207" y="159011"/>
                  <a:pt x="210808" y="159776"/>
                  <a:pt x="201191" y="159776"/>
                </a:cubicBezTo>
                <a:cubicBezTo>
                  <a:pt x="192448" y="159776"/>
                  <a:pt x="185235" y="158683"/>
                  <a:pt x="178460" y="157262"/>
                </a:cubicBezTo>
                <a:lnTo>
                  <a:pt x="165236" y="214856"/>
                </a:lnTo>
                <a:lnTo>
                  <a:pt x="182175" y="214856"/>
                </a:lnTo>
                <a:cubicBezTo>
                  <a:pt x="187749" y="214856"/>
                  <a:pt x="192448" y="219118"/>
                  <a:pt x="192995" y="224691"/>
                </a:cubicBezTo>
                <a:lnTo>
                  <a:pt x="200208" y="293541"/>
                </a:lnTo>
                <a:lnTo>
                  <a:pt x="233758" y="236713"/>
                </a:lnTo>
                <a:close/>
              </a:path>
            </a:pathLst>
          </a:custGeom>
          <a:solidFill>
            <a:srgbClr val="1C98E8"/>
          </a:solidFill>
          <a:ln>
            <a:noFill/>
          </a:ln>
        </p:spPr>
        <p:txBody>
          <a:bodyPr spcFirstLastPara="1" wrap="square" lIns="367100" tIns="183500" rIns="367100" bIns="183500" anchor="ctr" anchorCtr="0">
            <a:noAutofit/>
          </a:bodyPr>
          <a:lstStyle/>
          <a:p>
            <a:pPr marL="0" marR="0" lvl="0" indent="0" algn="l" rtl="0">
              <a:spcBef>
                <a:spcPts val="0"/>
              </a:spcBef>
              <a:spcAft>
                <a:spcPts val="0"/>
              </a:spcAft>
              <a:buNone/>
            </a:pPr>
            <a:endParaRPr sz="7200">
              <a:solidFill>
                <a:srgbClr val="0F2E66"/>
              </a:solidFill>
              <a:latin typeface="Arial"/>
              <a:ea typeface="Arial"/>
              <a:cs typeface="Arial"/>
              <a:sym typeface="Arial"/>
            </a:endParaRPr>
          </a:p>
        </p:txBody>
      </p:sp>
      <p:sp>
        <p:nvSpPr>
          <p:cNvPr id="121" name="Google Shape;121;p11"/>
          <p:cNvSpPr/>
          <p:nvPr/>
        </p:nvSpPr>
        <p:spPr>
          <a:xfrm>
            <a:off x="28038300" y="11977948"/>
            <a:ext cx="995231" cy="1103625"/>
          </a:xfrm>
          <a:custGeom>
            <a:avLst/>
            <a:gdLst/>
            <a:ahLst/>
            <a:cxnLst/>
            <a:rect l="l" t="t" r="r" b="b"/>
            <a:pathLst>
              <a:path w="523806" h="513314" extrusionOk="0">
                <a:moveTo>
                  <a:pt x="523588" y="45354"/>
                </a:moveTo>
                <a:cubicBezTo>
                  <a:pt x="523588" y="45354"/>
                  <a:pt x="523588" y="45354"/>
                  <a:pt x="523588" y="45354"/>
                </a:cubicBezTo>
                <a:cubicBezTo>
                  <a:pt x="523588" y="20327"/>
                  <a:pt x="503261" y="0"/>
                  <a:pt x="478125" y="0"/>
                </a:cubicBezTo>
                <a:cubicBezTo>
                  <a:pt x="452989" y="0"/>
                  <a:pt x="432771" y="20327"/>
                  <a:pt x="432771" y="45463"/>
                </a:cubicBezTo>
                <a:cubicBezTo>
                  <a:pt x="432771" y="48414"/>
                  <a:pt x="433099" y="51364"/>
                  <a:pt x="433646" y="54206"/>
                </a:cubicBezTo>
                <a:lnTo>
                  <a:pt x="365014" y="86336"/>
                </a:lnTo>
                <a:cubicBezTo>
                  <a:pt x="356709" y="76063"/>
                  <a:pt x="344141" y="69396"/>
                  <a:pt x="329934" y="69396"/>
                </a:cubicBezTo>
                <a:cubicBezTo>
                  <a:pt x="312666" y="69396"/>
                  <a:pt x="297804" y="79232"/>
                  <a:pt x="290154" y="93439"/>
                </a:cubicBezTo>
                <a:lnTo>
                  <a:pt x="214965" y="74314"/>
                </a:lnTo>
                <a:cubicBezTo>
                  <a:pt x="214965" y="74314"/>
                  <a:pt x="214965" y="74205"/>
                  <a:pt x="214965" y="74096"/>
                </a:cubicBezTo>
                <a:cubicBezTo>
                  <a:pt x="214965" y="74096"/>
                  <a:pt x="214965" y="74096"/>
                  <a:pt x="214965" y="74096"/>
                </a:cubicBezTo>
                <a:cubicBezTo>
                  <a:pt x="214965" y="74096"/>
                  <a:pt x="214965" y="74096"/>
                  <a:pt x="214965" y="74096"/>
                </a:cubicBezTo>
                <a:cubicBezTo>
                  <a:pt x="214965" y="49069"/>
                  <a:pt x="194529" y="28742"/>
                  <a:pt x="169611" y="28742"/>
                </a:cubicBezTo>
                <a:cubicBezTo>
                  <a:pt x="144694" y="28742"/>
                  <a:pt x="124258" y="49069"/>
                  <a:pt x="124258" y="74096"/>
                </a:cubicBezTo>
                <a:cubicBezTo>
                  <a:pt x="124258" y="81636"/>
                  <a:pt x="126334" y="88631"/>
                  <a:pt x="129613" y="94969"/>
                </a:cubicBezTo>
                <a:lnTo>
                  <a:pt x="71145" y="146661"/>
                </a:lnTo>
                <a:cubicBezTo>
                  <a:pt x="63823" y="141634"/>
                  <a:pt x="54971" y="138574"/>
                  <a:pt x="45354" y="138574"/>
                </a:cubicBezTo>
                <a:cubicBezTo>
                  <a:pt x="20327" y="138574"/>
                  <a:pt x="0" y="158901"/>
                  <a:pt x="0" y="183928"/>
                </a:cubicBezTo>
                <a:cubicBezTo>
                  <a:pt x="0" y="208954"/>
                  <a:pt x="20327" y="229281"/>
                  <a:pt x="45354" y="229281"/>
                </a:cubicBezTo>
                <a:cubicBezTo>
                  <a:pt x="70380" y="229281"/>
                  <a:pt x="90707" y="208954"/>
                  <a:pt x="90707" y="183928"/>
                </a:cubicBezTo>
                <a:cubicBezTo>
                  <a:pt x="90707" y="183928"/>
                  <a:pt x="90707" y="183928"/>
                  <a:pt x="90707" y="183928"/>
                </a:cubicBezTo>
                <a:cubicBezTo>
                  <a:pt x="90707" y="183928"/>
                  <a:pt x="90707" y="183928"/>
                  <a:pt x="90707" y="183928"/>
                </a:cubicBezTo>
                <a:cubicBezTo>
                  <a:pt x="90707" y="176387"/>
                  <a:pt x="88631" y="169393"/>
                  <a:pt x="85461" y="163164"/>
                </a:cubicBezTo>
                <a:lnTo>
                  <a:pt x="143929" y="111471"/>
                </a:lnTo>
                <a:cubicBezTo>
                  <a:pt x="151251" y="116499"/>
                  <a:pt x="160104" y="119559"/>
                  <a:pt x="169721" y="119559"/>
                </a:cubicBezTo>
                <a:cubicBezTo>
                  <a:pt x="186988" y="119559"/>
                  <a:pt x="201851" y="109723"/>
                  <a:pt x="209501" y="95516"/>
                </a:cubicBezTo>
                <a:lnTo>
                  <a:pt x="284689" y="114641"/>
                </a:lnTo>
                <a:cubicBezTo>
                  <a:pt x="284689" y="114641"/>
                  <a:pt x="284689" y="114859"/>
                  <a:pt x="284689" y="114969"/>
                </a:cubicBezTo>
                <a:cubicBezTo>
                  <a:pt x="284689" y="139995"/>
                  <a:pt x="305016" y="160431"/>
                  <a:pt x="330152" y="160431"/>
                </a:cubicBezTo>
                <a:cubicBezTo>
                  <a:pt x="355288" y="160431"/>
                  <a:pt x="375506" y="140104"/>
                  <a:pt x="375506" y="115078"/>
                </a:cubicBezTo>
                <a:cubicBezTo>
                  <a:pt x="375506" y="115078"/>
                  <a:pt x="375506" y="115078"/>
                  <a:pt x="375506" y="115078"/>
                </a:cubicBezTo>
                <a:cubicBezTo>
                  <a:pt x="375506" y="115078"/>
                  <a:pt x="375506" y="115078"/>
                  <a:pt x="375506" y="115078"/>
                </a:cubicBezTo>
                <a:cubicBezTo>
                  <a:pt x="375506" y="112127"/>
                  <a:pt x="375178" y="109176"/>
                  <a:pt x="374631" y="106335"/>
                </a:cubicBezTo>
                <a:lnTo>
                  <a:pt x="443263" y="74205"/>
                </a:lnTo>
                <a:cubicBezTo>
                  <a:pt x="451569" y="84478"/>
                  <a:pt x="464136" y="91144"/>
                  <a:pt x="478344" y="91144"/>
                </a:cubicBezTo>
                <a:cubicBezTo>
                  <a:pt x="503370" y="91144"/>
                  <a:pt x="523697" y="70817"/>
                  <a:pt x="523806" y="45791"/>
                </a:cubicBezTo>
                <a:cubicBezTo>
                  <a:pt x="523806" y="45791"/>
                  <a:pt x="523806" y="45791"/>
                  <a:pt x="523806" y="45791"/>
                </a:cubicBezTo>
                <a:close/>
                <a:moveTo>
                  <a:pt x="45354" y="207206"/>
                </a:moveTo>
                <a:cubicBezTo>
                  <a:pt x="32349" y="207206"/>
                  <a:pt x="21857" y="196605"/>
                  <a:pt x="21857" y="183709"/>
                </a:cubicBezTo>
                <a:cubicBezTo>
                  <a:pt x="21857" y="170814"/>
                  <a:pt x="32458" y="160213"/>
                  <a:pt x="45354" y="160213"/>
                </a:cubicBezTo>
                <a:cubicBezTo>
                  <a:pt x="58249" y="160213"/>
                  <a:pt x="68850" y="170814"/>
                  <a:pt x="68850" y="183709"/>
                </a:cubicBezTo>
                <a:cubicBezTo>
                  <a:pt x="68850" y="196605"/>
                  <a:pt x="58249" y="207206"/>
                  <a:pt x="45354" y="207206"/>
                </a:cubicBezTo>
                <a:close/>
                <a:moveTo>
                  <a:pt x="169611" y="97483"/>
                </a:moveTo>
                <a:cubicBezTo>
                  <a:pt x="156606" y="97483"/>
                  <a:pt x="146115" y="86882"/>
                  <a:pt x="146115" y="73986"/>
                </a:cubicBezTo>
                <a:cubicBezTo>
                  <a:pt x="146115" y="61091"/>
                  <a:pt x="156716" y="50490"/>
                  <a:pt x="169611" y="50490"/>
                </a:cubicBezTo>
                <a:cubicBezTo>
                  <a:pt x="182507" y="50490"/>
                  <a:pt x="193108" y="61091"/>
                  <a:pt x="193108" y="73986"/>
                </a:cubicBezTo>
                <a:cubicBezTo>
                  <a:pt x="193108" y="86882"/>
                  <a:pt x="182507" y="97483"/>
                  <a:pt x="169611" y="97483"/>
                </a:cubicBezTo>
                <a:close/>
                <a:moveTo>
                  <a:pt x="330043" y="138246"/>
                </a:moveTo>
                <a:cubicBezTo>
                  <a:pt x="317038" y="138246"/>
                  <a:pt x="306437" y="127646"/>
                  <a:pt x="306437" y="114641"/>
                </a:cubicBezTo>
                <a:cubicBezTo>
                  <a:pt x="306437" y="101636"/>
                  <a:pt x="317038" y="91144"/>
                  <a:pt x="330043" y="91144"/>
                </a:cubicBezTo>
                <a:cubicBezTo>
                  <a:pt x="343048" y="91144"/>
                  <a:pt x="353539" y="101745"/>
                  <a:pt x="353539" y="114641"/>
                </a:cubicBezTo>
                <a:cubicBezTo>
                  <a:pt x="353539" y="127536"/>
                  <a:pt x="342939" y="138246"/>
                  <a:pt x="330043" y="138246"/>
                </a:cubicBezTo>
                <a:close/>
                <a:moveTo>
                  <a:pt x="478125" y="68959"/>
                </a:moveTo>
                <a:cubicBezTo>
                  <a:pt x="465120" y="68959"/>
                  <a:pt x="454629" y="58359"/>
                  <a:pt x="454629" y="45463"/>
                </a:cubicBezTo>
                <a:cubicBezTo>
                  <a:pt x="454629" y="32567"/>
                  <a:pt x="465229" y="21857"/>
                  <a:pt x="478125" y="21857"/>
                </a:cubicBezTo>
                <a:cubicBezTo>
                  <a:pt x="491021" y="21857"/>
                  <a:pt x="501731" y="32458"/>
                  <a:pt x="501731" y="45463"/>
                </a:cubicBezTo>
                <a:cubicBezTo>
                  <a:pt x="501731" y="58468"/>
                  <a:pt x="491130" y="68959"/>
                  <a:pt x="478125" y="68959"/>
                </a:cubicBezTo>
                <a:close/>
                <a:moveTo>
                  <a:pt x="507632" y="507960"/>
                </a:moveTo>
                <a:cubicBezTo>
                  <a:pt x="507632" y="507960"/>
                  <a:pt x="507632" y="507960"/>
                  <a:pt x="507632" y="507960"/>
                </a:cubicBezTo>
                <a:lnTo>
                  <a:pt x="507632" y="508179"/>
                </a:lnTo>
                <a:lnTo>
                  <a:pt x="507632" y="508179"/>
                </a:lnTo>
                <a:cubicBezTo>
                  <a:pt x="507523" y="511020"/>
                  <a:pt x="505119" y="513315"/>
                  <a:pt x="502277" y="513315"/>
                </a:cubicBezTo>
                <a:lnTo>
                  <a:pt x="491349" y="513315"/>
                </a:lnTo>
                <a:cubicBezTo>
                  <a:pt x="488398" y="513315"/>
                  <a:pt x="486103" y="511020"/>
                  <a:pt x="485994" y="508179"/>
                </a:cubicBezTo>
                <a:lnTo>
                  <a:pt x="485994" y="508179"/>
                </a:lnTo>
                <a:lnTo>
                  <a:pt x="485994" y="201632"/>
                </a:lnTo>
                <a:lnTo>
                  <a:pt x="392445" y="201632"/>
                </a:lnTo>
                <a:lnTo>
                  <a:pt x="392445" y="508179"/>
                </a:lnTo>
                <a:lnTo>
                  <a:pt x="392445" y="508179"/>
                </a:lnTo>
                <a:cubicBezTo>
                  <a:pt x="392336" y="511020"/>
                  <a:pt x="389931" y="513315"/>
                  <a:pt x="387090" y="513315"/>
                </a:cubicBezTo>
                <a:lnTo>
                  <a:pt x="376161" y="513315"/>
                </a:lnTo>
                <a:cubicBezTo>
                  <a:pt x="373211" y="513315"/>
                  <a:pt x="370916" y="511020"/>
                  <a:pt x="370806" y="508179"/>
                </a:cubicBezTo>
                <a:lnTo>
                  <a:pt x="370806" y="508179"/>
                </a:lnTo>
                <a:lnTo>
                  <a:pt x="370806" y="507960"/>
                </a:lnTo>
                <a:cubicBezTo>
                  <a:pt x="370806" y="507960"/>
                  <a:pt x="370806" y="507960"/>
                  <a:pt x="370806" y="507960"/>
                </a:cubicBezTo>
                <a:lnTo>
                  <a:pt x="370806" y="507960"/>
                </a:lnTo>
                <a:lnTo>
                  <a:pt x="370806" y="190704"/>
                </a:lnTo>
                <a:cubicBezTo>
                  <a:pt x="370806" y="184693"/>
                  <a:pt x="375724" y="179775"/>
                  <a:pt x="381735" y="179775"/>
                </a:cubicBezTo>
                <a:lnTo>
                  <a:pt x="497141" y="179775"/>
                </a:lnTo>
                <a:cubicBezTo>
                  <a:pt x="503151" y="179775"/>
                  <a:pt x="508069" y="184693"/>
                  <a:pt x="508069" y="190704"/>
                </a:cubicBezTo>
                <a:lnTo>
                  <a:pt x="508069" y="507960"/>
                </a:lnTo>
                <a:lnTo>
                  <a:pt x="508069" y="507960"/>
                </a:lnTo>
                <a:close/>
                <a:moveTo>
                  <a:pt x="334633" y="507960"/>
                </a:moveTo>
                <a:cubicBezTo>
                  <a:pt x="334633" y="507960"/>
                  <a:pt x="334633" y="507960"/>
                  <a:pt x="334633" y="507960"/>
                </a:cubicBezTo>
                <a:lnTo>
                  <a:pt x="334633" y="508179"/>
                </a:lnTo>
                <a:lnTo>
                  <a:pt x="334633" y="508179"/>
                </a:lnTo>
                <a:cubicBezTo>
                  <a:pt x="334524" y="511020"/>
                  <a:pt x="332119" y="513315"/>
                  <a:pt x="329278" y="513315"/>
                </a:cubicBezTo>
                <a:lnTo>
                  <a:pt x="318349" y="513315"/>
                </a:lnTo>
                <a:cubicBezTo>
                  <a:pt x="315399" y="513315"/>
                  <a:pt x="313104" y="511020"/>
                  <a:pt x="312994" y="508179"/>
                </a:cubicBezTo>
                <a:lnTo>
                  <a:pt x="312994" y="508179"/>
                </a:lnTo>
                <a:lnTo>
                  <a:pt x="312994" y="293541"/>
                </a:lnTo>
                <a:lnTo>
                  <a:pt x="219446" y="293541"/>
                </a:lnTo>
                <a:lnTo>
                  <a:pt x="219446" y="508179"/>
                </a:lnTo>
                <a:lnTo>
                  <a:pt x="219446" y="508179"/>
                </a:lnTo>
                <a:cubicBezTo>
                  <a:pt x="219336" y="511020"/>
                  <a:pt x="216932" y="513315"/>
                  <a:pt x="214091" y="513315"/>
                </a:cubicBezTo>
                <a:lnTo>
                  <a:pt x="203162" y="513315"/>
                </a:lnTo>
                <a:cubicBezTo>
                  <a:pt x="200211" y="513315"/>
                  <a:pt x="197916" y="511020"/>
                  <a:pt x="197807" y="508179"/>
                </a:cubicBezTo>
                <a:lnTo>
                  <a:pt x="197807" y="508179"/>
                </a:lnTo>
                <a:lnTo>
                  <a:pt x="197807" y="507960"/>
                </a:lnTo>
                <a:cubicBezTo>
                  <a:pt x="197807" y="507960"/>
                  <a:pt x="197807" y="507960"/>
                  <a:pt x="197807" y="507960"/>
                </a:cubicBezTo>
                <a:lnTo>
                  <a:pt x="197807" y="507960"/>
                </a:lnTo>
                <a:lnTo>
                  <a:pt x="197807" y="282722"/>
                </a:lnTo>
                <a:cubicBezTo>
                  <a:pt x="197807" y="276711"/>
                  <a:pt x="202725" y="271794"/>
                  <a:pt x="208736" y="271794"/>
                </a:cubicBezTo>
                <a:lnTo>
                  <a:pt x="324141" y="271794"/>
                </a:lnTo>
                <a:cubicBezTo>
                  <a:pt x="330152" y="271794"/>
                  <a:pt x="335070" y="276711"/>
                  <a:pt x="335070" y="282722"/>
                </a:cubicBezTo>
                <a:lnTo>
                  <a:pt x="335070" y="507960"/>
                </a:lnTo>
                <a:lnTo>
                  <a:pt x="335070" y="507960"/>
                </a:lnTo>
                <a:close/>
                <a:moveTo>
                  <a:pt x="161634" y="507960"/>
                </a:moveTo>
                <a:cubicBezTo>
                  <a:pt x="161634" y="507960"/>
                  <a:pt x="161634" y="507960"/>
                  <a:pt x="161634" y="507960"/>
                </a:cubicBezTo>
                <a:lnTo>
                  <a:pt x="161634" y="508179"/>
                </a:lnTo>
                <a:lnTo>
                  <a:pt x="161634" y="508179"/>
                </a:lnTo>
                <a:cubicBezTo>
                  <a:pt x="161524" y="511020"/>
                  <a:pt x="159120" y="513315"/>
                  <a:pt x="156279" y="513315"/>
                </a:cubicBezTo>
                <a:lnTo>
                  <a:pt x="145350" y="513315"/>
                </a:lnTo>
                <a:cubicBezTo>
                  <a:pt x="142399" y="513315"/>
                  <a:pt x="140104" y="511020"/>
                  <a:pt x="139995" y="508179"/>
                </a:cubicBezTo>
                <a:lnTo>
                  <a:pt x="139995" y="508179"/>
                </a:lnTo>
                <a:lnTo>
                  <a:pt x="139995" y="385888"/>
                </a:lnTo>
                <a:lnTo>
                  <a:pt x="46446" y="385888"/>
                </a:lnTo>
                <a:lnTo>
                  <a:pt x="46446" y="508179"/>
                </a:lnTo>
                <a:lnTo>
                  <a:pt x="46446" y="508179"/>
                </a:lnTo>
                <a:cubicBezTo>
                  <a:pt x="46337" y="511020"/>
                  <a:pt x="43933" y="513315"/>
                  <a:pt x="41091" y="513315"/>
                </a:cubicBezTo>
                <a:lnTo>
                  <a:pt x="30163" y="513315"/>
                </a:lnTo>
                <a:cubicBezTo>
                  <a:pt x="27212" y="513315"/>
                  <a:pt x="24917" y="511020"/>
                  <a:pt x="24808" y="508179"/>
                </a:cubicBezTo>
                <a:lnTo>
                  <a:pt x="24808" y="508179"/>
                </a:lnTo>
                <a:lnTo>
                  <a:pt x="24808" y="507960"/>
                </a:lnTo>
                <a:cubicBezTo>
                  <a:pt x="24808" y="507960"/>
                  <a:pt x="24808" y="507960"/>
                  <a:pt x="24808" y="507960"/>
                </a:cubicBezTo>
                <a:lnTo>
                  <a:pt x="24808" y="507960"/>
                </a:lnTo>
                <a:lnTo>
                  <a:pt x="24808" y="374959"/>
                </a:lnTo>
                <a:cubicBezTo>
                  <a:pt x="24808" y="368949"/>
                  <a:pt x="29726" y="364031"/>
                  <a:pt x="35736" y="364031"/>
                </a:cubicBezTo>
                <a:lnTo>
                  <a:pt x="151142" y="364031"/>
                </a:lnTo>
                <a:cubicBezTo>
                  <a:pt x="157153" y="364031"/>
                  <a:pt x="162071" y="368949"/>
                  <a:pt x="162071" y="374959"/>
                </a:cubicBezTo>
                <a:lnTo>
                  <a:pt x="162071" y="507960"/>
                </a:lnTo>
                <a:lnTo>
                  <a:pt x="162071" y="507960"/>
                </a:lnTo>
                <a:close/>
              </a:path>
            </a:pathLst>
          </a:custGeom>
          <a:solidFill>
            <a:schemeClr val="accent1"/>
          </a:solidFill>
          <a:ln>
            <a:noFill/>
          </a:ln>
        </p:spPr>
        <p:txBody>
          <a:bodyPr spcFirstLastPara="1" wrap="square" lIns="367100" tIns="183500" rIns="367100" bIns="183500" anchor="ctr" anchorCtr="0">
            <a:noAutofit/>
          </a:bodyPr>
          <a:lstStyle/>
          <a:p>
            <a:pPr marL="0" marR="0" lvl="0" indent="0" algn="l" rtl="0">
              <a:spcBef>
                <a:spcPts val="0"/>
              </a:spcBef>
              <a:spcAft>
                <a:spcPts val="0"/>
              </a:spcAft>
              <a:buNone/>
            </a:pPr>
            <a:endParaRPr sz="7200">
              <a:solidFill>
                <a:srgbClr val="0F2E66"/>
              </a:solidFill>
              <a:latin typeface="Arial"/>
              <a:ea typeface="Arial"/>
              <a:cs typeface="Arial"/>
              <a:sym typeface="Arial"/>
            </a:endParaRPr>
          </a:p>
        </p:txBody>
      </p:sp>
      <p:sp>
        <p:nvSpPr>
          <p:cNvPr id="122" name="Google Shape;122;p11"/>
          <p:cNvSpPr txBox="1"/>
          <p:nvPr/>
        </p:nvSpPr>
        <p:spPr>
          <a:xfrm>
            <a:off x="15743339" y="20802145"/>
            <a:ext cx="11895000" cy="1172257"/>
          </a:xfrm>
          <a:prstGeom prst="rect">
            <a:avLst/>
          </a:prstGeom>
          <a:noFill/>
          <a:ln>
            <a:noFill/>
          </a:ln>
        </p:spPr>
        <p:txBody>
          <a:bodyPr spcFirstLastPara="1" wrap="square" lIns="367100" tIns="367100" rIns="367100" bIns="367100" anchor="t" anchorCtr="0">
            <a:spAutoFit/>
          </a:bodyPr>
          <a:lstStyle/>
          <a:p>
            <a:pPr marL="0" lvl="0" indent="0" algn="ctr" rtl="0">
              <a:spcBef>
                <a:spcPts val="0"/>
              </a:spcBef>
              <a:spcAft>
                <a:spcPts val="0"/>
              </a:spcAft>
              <a:buNone/>
            </a:pPr>
            <a:r>
              <a:rPr lang="en-US" sz="2800" b="1" dirty="0">
                <a:solidFill>
                  <a:srgbClr val="0F2E66"/>
                </a:solidFill>
                <a:latin typeface="Archivo"/>
                <a:ea typeface="Archivo"/>
                <a:cs typeface="Archivo"/>
                <a:sym typeface="Archivo"/>
              </a:rPr>
              <a:t>Figure 1:</a:t>
            </a:r>
            <a:r>
              <a:rPr lang="en-US" sz="2800" dirty="0">
                <a:solidFill>
                  <a:srgbClr val="0F2E66"/>
                </a:solidFill>
                <a:latin typeface="Archivo"/>
                <a:ea typeface="Archivo"/>
                <a:cs typeface="Archivo"/>
                <a:sym typeface="Archivo"/>
              </a:rPr>
              <a:t> </a:t>
            </a:r>
            <a:r>
              <a:rPr lang="en-US" sz="2800" dirty="0">
                <a:solidFill>
                  <a:schemeClr val="dk1"/>
                </a:solidFill>
                <a:latin typeface="Archivo"/>
                <a:ea typeface="Archivo"/>
                <a:cs typeface="Archivo"/>
                <a:sym typeface="Archivo"/>
              </a:rPr>
              <a:t>Overall accuracy of predictions from all models, by year.</a:t>
            </a:r>
            <a:endParaRPr sz="2800" dirty="0">
              <a:solidFill>
                <a:srgbClr val="0F2E66"/>
              </a:solidFill>
              <a:latin typeface="Archivo"/>
              <a:ea typeface="Archivo"/>
              <a:cs typeface="Archivo"/>
              <a:sym typeface="Archivo"/>
            </a:endParaRPr>
          </a:p>
        </p:txBody>
      </p:sp>
      <p:graphicFrame>
        <p:nvGraphicFramePr>
          <p:cNvPr id="125" name="Google Shape;125;p11"/>
          <p:cNvGraphicFramePr/>
          <p:nvPr>
            <p:extLst>
              <p:ext uri="{D42A27DB-BD31-4B8C-83A1-F6EECF244321}">
                <p14:modId xmlns:p14="http://schemas.microsoft.com/office/powerpoint/2010/main" val="2619679629"/>
              </p:ext>
            </p:extLst>
          </p:nvPr>
        </p:nvGraphicFramePr>
        <p:xfrm>
          <a:off x="1660475" y="29506800"/>
          <a:ext cx="11230335" cy="4718645"/>
        </p:xfrm>
        <a:graphic>
          <a:graphicData uri="http://schemas.openxmlformats.org/drawingml/2006/table">
            <a:tbl>
              <a:tblPr firstRow="1">
                <a:effectLst/>
                <a:tableStyleId>{35758FB7-9AC5-4552-8A53-C91805E547FA}</a:tableStyleId>
              </a:tblPr>
              <a:tblGrid>
                <a:gridCol w="4472696">
                  <a:extLst>
                    <a:ext uri="{9D8B030D-6E8A-4147-A177-3AD203B41FA5}">
                      <a16:colId xmlns:a16="http://schemas.microsoft.com/office/drawing/2014/main" val="20000"/>
                    </a:ext>
                  </a:extLst>
                </a:gridCol>
                <a:gridCol w="2274849">
                  <a:extLst>
                    <a:ext uri="{9D8B030D-6E8A-4147-A177-3AD203B41FA5}">
                      <a16:colId xmlns:a16="http://schemas.microsoft.com/office/drawing/2014/main" val="20001"/>
                    </a:ext>
                  </a:extLst>
                </a:gridCol>
                <a:gridCol w="2408663">
                  <a:extLst>
                    <a:ext uri="{9D8B030D-6E8A-4147-A177-3AD203B41FA5}">
                      <a16:colId xmlns:a16="http://schemas.microsoft.com/office/drawing/2014/main" val="20002"/>
                    </a:ext>
                  </a:extLst>
                </a:gridCol>
                <a:gridCol w="2074127">
                  <a:extLst>
                    <a:ext uri="{9D8B030D-6E8A-4147-A177-3AD203B41FA5}">
                      <a16:colId xmlns:a16="http://schemas.microsoft.com/office/drawing/2014/main" val="20003"/>
                    </a:ext>
                  </a:extLst>
                </a:gridCol>
              </a:tblGrid>
              <a:tr h="757925">
                <a:tc>
                  <a:txBody>
                    <a:bodyPr/>
                    <a:lstStyle/>
                    <a:p>
                      <a:pPr marL="0" lvl="0" indent="0" algn="l" rtl="0">
                        <a:spcBef>
                          <a:spcPts val="0"/>
                        </a:spcBef>
                        <a:spcAft>
                          <a:spcPts val="0"/>
                        </a:spcAft>
                        <a:buNone/>
                      </a:pPr>
                      <a:r>
                        <a:rPr lang="en-IE" sz="3200" b="1" dirty="0">
                          <a:solidFill>
                            <a:schemeClr val="tx1"/>
                          </a:solidFill>
                        </a:rPr>
                        <a:t>Model</a:t>
                      </a:r>
                      <a:endParaRPr sz="3200" b="1"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US" sz="3200" b="1" dirty="0">
                          <a:solidFill>
                            <a:schemeClr val="tx1"/>
                          </a:solidFill>
                        </a:rPr>
                        <a:t>Accuracy</a:t>
                      </a:r>
                      <a:endParaRPr sz="3200" b="1" dirty="0">
                        <a:solidFill>
                          <a:schemeClr val="tx1"/>
                        </a:solidFill>
                        <a:latin typeface="Archivo" pitchFamily="2" charset="77"/>
                        <a:cs typeface="Archivo" pitchFamily="2" charset="77"/>
                      </a:endParaRPr>
                    </a:p>
                  </a:txBody>
                  <a:tcPr marL="106824" marR="106824" marT="116700" marB="116700">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US" sz="3200" b="1" dirty="0">
                          <a:solidFill>
                            <a:schemeClr val="tx1"/>
                          </a:solidFill>
                        </a:rPr>
                        <a:t>Precision</a:t>
                      </a:r>
                      <a:endParaRPr sz="3200" b="1" dirty="0">
                        <a:solidFill>
                          <a:schemeClr val="tx1"/>
                        </a:solidFill>
                        <a:latin typeface="Archivo" pitchFamily="2" charset="77"/>
                        <a:cs typeface="Archivo" pitchFamily="2" charset="77"/>
                      </a:endParaRPr>
                    </a:p>
                  </a:txBody>
                  <a:tcPr marL="106824" marR="106824" marT="116700" marB="116700">
                    <a:lnL>
                      <a:noFill/>
                    </a:lnL>
                    <a:lnR>
                      <a:noFill/>
                    </a:lnR>
                    <a:lnT w="9525" cap="flat" cmpd="sng" algn="ctr">
                      <a:noFill/>
                      <a:prstDash val="solid"/>
                    </a:lnT>
                    <a:lnB w="25400"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US" sz="3200" b="1" dirty="0">
                          <a:solidFill>
                            <a:schemeClr val="tx1"/>
                          </a:solidFill>
                        </a:rPr>
                        <a:t>Recall</a:t>
                      </a:r>
                      <a:endParaRPr sz="3200" b="1" dirty="0">
                        <a:solidFill>
                          <a:schemeClr val="tx1"/>
                        </a:solidFill>
                        <a:latin typeface="Archivo" pitchFamily="2" charset="77"/>
                        <a:cs typeface="Archivo" pitchFamily="2" charset="77"/>
                      </a:endParaRPr>
                    </a:p>
                  </a:txBody>
                  <a:tcPr marL="106824" marR="106824" marT="116700" marB="116700">
                    <a:lnL>
                      <a:noFill/>
                    </a:lnL>
                    <a:lnR w="9525" cap="flat" cmpd="sng" algn="ctr">
                      <a:noFill/>
                      <a:prstDash val="solid"/>
                    </a:lnR>
                    <a:lnT w="9525" cap="flat" cmpd="sng" algn="ctr">
                      <a:noFill/>
                      <a:prstDash val="solid"/>
                    </a:lnT>
                    <a:lnB w="25400"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24800">
                <a:tc>
                  <a:txBody>
                    <a:bodyPr/>
                    <a:lstStyle/>
                    <a:p>
                      <a:pPr marL="0" lvl="0" indent="0" algn="l" rtl="0">
                        <a:spcBef>
                          <a:spcPts val="0"/>
                        </a:spcBef>
                        <a:spcAft>
                          <a:spcPts val="0"/>
                        </a:spcAft>
                        <a:buNone/>
                      </a:pPr>
                      <a:r>
                        <a:rPr lang="en-IE" sz="2800" b="1" dirty="0" err="1">
                          <a:solidFill>
                            <a:schemeClr val="tx1"/>
                          </a:solidFill>
                          <a:sym typeface="Archivo"/>
                        </a:rPr>
                        <a:t>CatBoost</a:t>
                      </a:r>
                      <a:endParaRPr sz="2800" b="1"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69.97 %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E" sz="2800" dirty="0">
                          <a:solidFill>
                            <a:schemeClr val="tx1"/>
                          </a:solidFill>
                        </a:rPr>
                        <a:t>69.98 %</a:t>
                      </a:r>
                      <a:endParaRPr lang="en-IE"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69.97 %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25400"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5550">
                <a:tc>
                  <a:txBody>
                    <a:bodyPr/>
                    <a:lstStyle/>
                    <a:p>
                      <a:pPr marL="0" lvl="0" indent="0" algn="l" rtl="0">
                        <a:spcBef>
                          <a:spcPts val="0"/>
                        </a:spcBef>
                        <a:spcAft>
                          <a:spcPts val="0"/>
                        </a:spcAft>
                        <a:buNone/>
                      </a:pPr>
                      <a:r>
                        <a:rPr lang="en-IE" sz="2800" b="1" dirty="0" err="1">
                          <a:solidFill>
                            <a:schemeClr val="tx1"/>
                          </a:solidFill>
                          <a:sym typeface="Archivo"/>
                        </a:rPr>
                        <a:t>XGBoost</a:t>
                      </a:r>
                      <a:endParaRPr sz="2800" b="1"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E" sz="2800" dirty="0">
                          <a:solidFill>
                            <a:schemeClr val="tx1"/>
                          </a:solidFill>
                        </a:rPr>
                        <a:t>69.85 %</a:t>
                      </a:r>
                      <a:endParaRPr lang="en-IE"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69.85 %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69.85 %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25550">
                <a:tc>
                  <a:txBody>
                    <a:bodyPr/>
                    <a:lstStyle/>
                    <a:p>
                      <a:pPr marL="0" lvl="0" indent="0" algn="l" rtl="0">
                        <a:spcBef>
                          <a:spcPts val="0"/>
                        </a:spcBef>
                        <a:spcAft>
                          <a:spcPts val="0"/>
                        </a:spcAft>
                        <a:buNone/>
                      </a:pPr>
                      <a:r>
                        <a:rPr lang="en-IE" sz="2800" b="1" dirty="0">
                          <a:solidFill>
                            <a:schemeClr val="tx1"/>
                          </a:solidFill>
                          <a:sym typeface="Archivo"/>
                        </a:rPr>
                        <a:t>Multi-Layer Perceptron</a:t>
                      </a:r>
                      <a:endParaRPr lang="en-IE" sz="2800" b="1"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E" sz="2800" dirty="0">
                          <a:solidFill>
                            <a:schemeClr val="tx1"/>
                          </a:solidFill>
                        </a:rPr>
                        <a:t>69.53 %</a:t>
                      </a:r>
                      <a:endParaRPr lang="en-IE"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69.54 %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69.53 %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54175">
                <a:tc>
                  <a:txBody>
                    <a:bodyPr/>
                    <a:lstStyle/>
                    <a:p>
                      <a:pPr marL="0" lvl="0" indent="0" algn="l" rtl="0">
                        <a:spcBef>
                          <a:spcPts val="0"/>
                        </a:spcBef>
                        <a:spcAft>
                          <a:spcPts val="0"/>
                        </a:spcAft>
                        <a:buNone/>
                      </a:pPr>
                      <a:r>
                        <a:rPr lang="en-US" sz="2800" b="1" dirty="0">
                          <a:solidFill>
                            <a:schemeClr val="tx1"/>
                          </a:solidFill>
                        </a:rPr>
                        <a:t>Random Forest</a:t>
                      </a:r>
                      <a:endParaRPr sz="2800" b="1"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E" sz="2800" dirty="0">
                          <a:solidFill>
                            <a:schemeClr val="tx1"/>
                          </a:solidFill>
                        </a:rPr>
                        <a:t>69.51 %</a:t>
                      </a:r>
                      <a:endParaRPr lang="en-IE"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69.51 %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69.51 %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54175">
                <a:tc>
                  <a:txBody>
                    <a:bodyPr/>
                    <a:lstStyle/>
                    <a:p>
                      <a:pPr marL="0" lvl="0" indent="0" algn="l" rtl="0">
                        <a:spcBef>
                          <a:spcPts val="0"/>
                        </a:spcBef>
                        <a:spcAft>
                          <a:spcPts val="0"/>
                        </a:spcAft>
                        <a:buNone/>
                      </a:pPr>
                      <a:r>
                        <a:rPr lang="en-IE" sz="2800" b="1" dirty="0">
                          <a:solidFill>
                            <a:schemeClr val="tx1"/>
                          </a:solidFill>
                        </a:rPr>
                        <a:t>Nyström + SGD</a:t>
                      </a:r>
                      <a:endParaRPr sz="2800" b="1"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E" sz="2800" dirty="0">
                          <a:solidFill>
                            <a:schemeClr val="tx1"/>
                          </a:solidFill>
                        </a:rPr>
                        <a:t>69.23 %</a:t>
                      </a:r>
                      <a:endParaRPr lang="en-IE"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69.27 %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69.23 %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938421157"/>
                  </a:ext>
                </a:extLst>
              </a:tr>
              <a:tr h="354175">
                <a:tc>
                  <a:txBody>
                    <a:bodyPr/>
                    <a:lstStyle/>
                    <a:p>
                      <a:pPr marL="0" lvl="0" indent="0" algn="l" rtl="0">
                        <a:spcBef>
                          <a:spcPts val="0"/>
                        </a:spcBef>
                        <a:spcAft>
                          <a:spcPts val="0"/>
                        </a:spcAft>
                        <a:buNone/>
                      </a:pPr>
                      <a:r>
                        <a:rPr lang="en-IE" sz="2800" b="1" dirty="0">
                          <a:solidFill>
                            <a:schemeClr val="tx1"/>
                          </a:solidFill>
                        </a:rPr>
                        <a:t>Linear C-SVC</a:t>
                      </a:r>
                      <a:endParaRPr sz="2800" b="1"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IE" sz="2800" dirty="0">
                          <a:solidFill>
                            <a:schemeClr val="tx1"/>
                          </a:solidFill>
                        </a:rPr>
                        <a:t>68.98 %</a:t>
                      </a:r>
                      <a:endParaRPr lang="en-IE"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68.98 %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tc>
                  <a:txBody>
                    <a:bodyPr/>
                    <a:lstStyle/>
                    <a:p>
                      <a:pPr marL="0" lvl="0" indent="0" algn="r" rtl="0">
                        <a:spcBef>
                          <a:spcPts val="0"/>
                        </a:spcBef>
                        <a:spcAft>
                          <a:spcPts val="0"/>
                        </a:spcAft>
                        <a:buNone/>
                      </a:pPr>
                      <a:r>
                        <a:rPr lang="en-IE" sz="2800" dirty="0">
                          <a:solidFill>
                            <a:schemeClr val="tx1"/>
                          </a:solidFill>
                        </a:rPr>
                        <a:t>68.98 %</a:t>
                      </a:r>
                      <a:endParaRPr sz="2800" dirty="0">
                        <a:solidFill>
                          <a:schemeClr val="tx1"/>
                        </a:solidFill>
                        <a:latin typeface="Archivo" pitchFamily="2" charset="77"/>
                        <a:cs typeface="Archivo" pitchFamily="2" charset="77"/>
                      </a:endParaRPr>
                    </a:p>
                  </a:txBody>
                  <a:tcPr marL="106824" marR="106824" marT="116700" marB="116700">
                    <a:lnL w="9525" cap="flat" cmpd="sng" algn="ctr">
                      <a:noFill/>
                      <a:prstDash val="solid"/>
                    </a:lnL>
                    <a:lnR w="9525" cap="flat" cmpd="sng" algn="ctr">
                      <a:noFill/>
                      <a:prstDash val="solid"/>
                    </a:lnR>
                    <a:lnT w="9525" cap="flat" cmpd="sng" algn="ctr">
                      <a:noFill/>
                      <a:prstDash val="solid"/>
                    </a:lnT>
                    <a:lnB w="9525" cap="flat" cmpd="sng" algn="ctr">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423948975"/>
                  </a:ext>
                </a:extLst>
              </a:tr>
            </a:tbl>
          </a:graphicData>
        </a:graphic>
      </p:graphicFrame>
      <p:pic>
        <p:nvPicPr>
          <p:cNvPr id="4" name="Picture 3">
            <a:extLst>
              <a:ext uri="{FF2B5EF4-FFF2-40B4-BE49-F238E27FC236}">
                <a16:creationId xmlns:a16="http://schemas.microsoft.com/office/drawing/2014/main" id="{A9646EF6-467C-D699-BA73-2423B27017C8}"/>
              </a:ext>
            </a:extLst>
          </p:cNvPr>
          <p:cNvPicPr>
            <a:picLocks noChangeAspect="1"/>
          </p:cNvPicPr>
          <p:nvPr/>
        </p:nvPicPr>
        <p:blipFill>
          <a:blip r:embed="rId4"/>
          <a:stretch>
            <a:fillRect/>
          </a:stretch>
        </p:blipFill>
        <p:spPr>
          <a:xfrm>
            <a:off x="14275290" y="13387262"/>
            <a:ext cx="14949364" cy="7414883"/>
          </a:xfrm>
          <a:prstGeom prst="rect">
            <a:avLst/>
          </a:prstGeom>
        </p:spPr>
      </p:pic>
      <p:pic>
        <p:nvPicPr>
          <p:cNvPr id="6" name="Picture 5">
            <a:extLst>
              <a:ext uri="{FF2B5EF4-FFF2-40B4-BE49-F238E27FC236}">
                <a16:creationId xmlns:a16="http://schemas.microsoft.com/office/drawing/2014/main" id="{D33EB8E6-ED55-1D06-A722-ECFBD8DDBEB8}"/>
              </a:ext>
            </a:extLst>
          </p:cNvPr>
          <p:cNvPicPr>
            <a:picLocks noChangeAspect="1"/>
          </p:cNvPicPr>
          <p:nvPr/>
        </p:nvPicPr>
        <p:blipFill>
          <a:blip r:embed="rId5"/>
          <a:stretch>
            <a:fillRect/>
          </a:stretch>
        </p:blipFill>
        <p:spPr>
          <a:xfrm>
            <a:off x="14189671" y="22632558"/>
            <a:ext cx="14948971" cy="5262036"/>
          </a:xfrm>
          <a:prstGeom prst="rect">
            <a:avLst/>
          </a:prstGeom>
        </p:spPr>
      </p:pic>
      <p:sp>
        <p:nvSpPr>
          <p:cNvPr id="7" name="Google Shape;122;p11">
            <a:extLst>
              <a:ext uri="{FF2B5EF4-FFF2-40B4-BE49-F238E27FC236}">
                <a16:creationId xmlns:a16="http://schemas.microsoft.com/office/drawing/2014/main" id="{D3600E5F-CB20-4901-4667-F729FC69DA3F}"/>
              </a:ext>
            </a:extLst>
          </p:cNvPr>
          <p:cNvSpPr txBox="1"/>
          <p:nvPr/>
        </p:nvSpPr>
        <p:spPr>
          <a:xfrm>
            <a:off x="15716656" y="27933072"/>
            <a:ext cx="11895000" cy="1172257"/>
          </a:xfrm>
          <a:prstGeom prst="rect">
            <a:avLst/>
          </a:prstGeom>
          <a:noFill/>
          <a:ln>
            <a:noFill/>
          </a:ln>
        </p:spPr>
        <p:txBody>
          <a:bodyPr spcFirstLastPara="1" wrap="square" lIns="367100" tIns="367100" rIns="367100" bIns="367100" anchor="t" anchorCtr="0">
            <a:spAutoFit/>
          </a:bodyPr>
          <a:lstStyle/>
          <a:p>
            <a:pPr marL="0" lvl="0" indent="0" algn="ctr" rtl="0">
              <a:spcBef>
                <a:spcPts val="0"/>
              </a:spcBef>
              <a:spcAft>
                <a:spcPts val="0"/>
              </a:spcAft>
              <a:buNone/>
            </a:pPr>
            <a:r>
              <a:rPr lang="en-US" sz="2800" b="1" dirty="0">
                <a:solidFill>
                  <a:srgbClr val="0F2E66"/>
                </a:solidFill>
                <a:latin typeface="Archivo"/>
                <a:ea typeface="Archivo"/>
                <a:cs typeface="Archivo"/>
                <a:sym typeface="Archivo"/>
              </a:rPr>
              <a:t>Figure 2:</a:t>
            </a:r>
            <a:r>
              <a:rPr lang="en-US" sz="2800" dirty="0">
                <a:solidFill>
                  <a:srgbClr val="0F2E66"/>
                </a:solidFill>
                <a:latin typeface="Archivo"/>
                <a:ea typeface="Archivo"/>
                <a:cs typeface="Archivo"/>
                <a:sym typeface="Archivo"/>
              </a:rPr>
              <a:t> </a:t>
            </a:r>
            <a:r>
              <a:rPr lang="en-US" sz="2800" dirty="0">
                <a:solidFill>
                  <a:schemeClr val="dk1"/>
                </a:solidFill>
                <a:latin typeface="Archivo"/>
                <a:ea typeface="Archivo"/>
                <a:cs typeface="Archivo"/>
                <a:sym typeface="Archivo"/>
              </a:rPr>
              <a:t>Accuracy of </a:t>
            </a:r>
            <a:r>
              <a:rPr lang="en-US" sz="2800" dirty="0" err="1">
                <a:solidFill>
                  <a:schemeClr val="dk1"/>
                </a:solidFill>
                <a:latin typeface="Archivo"/>
                <a:ea typeface="Archivo"/>
                <a:cs typeface="Archivo"/>
                <a:sym typeface="Archivo"/>
              </a:rPr>
              <a:t>CatBoost</a:t>
            </a:r>
            <a:r>
              <a:rPr lang="en-US" sz="2800" dirty="0">
                <a:solidFill>
                  <a:schemeClr val="dk1"/>
                </a:solidFill>
                <a:latin typeface="Archivo"/>
                <a:ea typeface="Archivo"/>
                <a:cs typeface="Archivo"/>
                <a:sym typeface="Archivo"/>
              </a:rPr>
              <a:t> model by year and tournament level.</a:t>
            </a:r>
            <a:endParaRPr sz="2800" dirty="0">
              <a:solidFill>
                <a:srgbClr val="0F2E66"/>
              </a:solidFill>
              <a:latin typeface="Archivo"/>
              <a:ea typeface="Archivo"/>
              <a:cs typeface="Archivo"/>
              <a:sym typeface="Archivo"/>
            </a:endParaRPr>
          </a:p>
        </p:txBody>
      </p:sp>
      <p:sp>
        <p:nvSpPr>
          <p:cNvPr id="8" name="Google Shape;122;p11">
            <a:extLst>
              <a:ext uri="{FF2B5EF4-FFF2-40B4-BE49-F238E27FC236}">
                <a16:creationId xmlns:a16="http://schemas.microsoft.com/office/drawing/2014/main" id="{E2D1C96A-D810-DB7F-87B8-75653E972C8B}"/>
              </a:ext>
            </a:extLst>
          </p:cNvPr>
          <p:cNvSpPr txBox="1"/>
          <p:nvPr/>
        </p:nvSpPr>
        <p:spPr>
          <a:xfrm>
            <a:off x="1643557" y="34116067"/>
            <a:ext cx="11230336" cy="1172257"/>
          </a:xfrm>
          <a:prstGeom prst="rect">
            <a:avLst/>
          </a:prstGeom>
          <a:noFill/>
          <a:ln>
            <a:noFill/>
          </a:ln>
        </p:spPr>
        <p:txBody>
          <a:bodyPr spcFirstLastPara="1" wrap="square" lIns="367100" tIns="367100" rIns="367100" bIns="367100" anchor="t" anchorCtr="0">
            <a:spAutoFit/>
          </a:bodyPr>
          <a:lstStyle/>
          <a:p>
            <a:pPr marL="0" lvl="0" indent="0" algn="ctr" rtl="0">
              <a:spcBef>
                <a:spcPts val="0"/>
              </a:spcBef>
              <a:spcAft>
                <a:spcPts val="0"/>
              </a:spcAft>
              <a:buNone/>
            </a:pPr>
            <a:r>
              <a:rPr lang="en-US" sz="2800" b="1" dirty="0">
                <a:solidFill>
                  <a:srgbClr val="0F2E66"/>
                </a:solidFill>
                <a:latin typeface="Archivo"/>
                <a:ea typeface="Archivo"/>
                <a:cs typeface="Archivo"/>
                <a:sym typeface="Archivo"/>
              </a:rPr>
              <a:t>Table 1:</a:t>
            </a:r>
            <a:r>
              <a:rPr lang="en-US" sz="2800" dirty="0">
                <a:solidFill>
                  <a:srgbClr val="0F2E66"/>
                </a:solidFill>
                <a:latin typeface="Archivo"/>
                <a:ea typeface="Archivo"/>
                <a:cs typeface="Archivo"/>
                <a:sym typeface="Archivo"/>
              </a:rPr>
              <a:t> Overall a</a:t>
            </a:r>
            <a:r>
              <a:rPr lang="en-US" sz="2800" dirty="0">
                <a:solidFill>
                  <a:schemeClr val="dk1"/>
                </a:solidFill>
                <a:latin typeface="Archivo"/>
                <a:ea typeface="Archivo"/>
                <a:cs typeface="Archivo"/>
                <a:sym typeface="Archivo"/>
              </a:rPr>
              <a:t>ccuracy, precision and recall of all models.</a:t>
            </a:r>
            <a:endParaRPr sz="2800" dirty="0">
              <a:solidFill>
                <a:srgbClr val="0F2E66"/>
              </a:solidFill>
              <a:latin typeface="Archivo"/>
              <a:ea typeface="Archivo"/>
              <a:cs typeface="Archivo"/>
              <a:sym typeface="Archivo"/>
            </a:endParaRPr>
          </a:p>
        </p:txBody>
      </p:sp>
    </p:spTree>
  </p:cSld>
  <p:clrMapOvr>
    <a:masterClrMapping/>
  </p:clrMapOvr>
</p:sld>
</file>

<file path=ppt/theme/theme1.xml><?xml version="1.0" encoding="utf-8"?>
<a:theme xmlns:a="http://schemas.openxmlformats.org/drawingml/2006/main" name="Workday Corporate Template">
  <a:themeElements>
    <a:clrScheme name="Workday Color Palette">
      <a:dk1>
        <a:srgbClr val="0F2E66"/>
      </a:dk1>
      <a:lt1>
        <a:srgbClr val="FFFFFF"/>
      </a:lt1>
      <a:dk2>
        <a:srgbClr val="0057AE"/>
      </a:dk2>
      <a:lt2>
        <a:srgbClr val="022043"/>
      </a:lt2>
      <a:accent1>
        <a:srgbClr val="1C98E8"/>
      </a:accent1>
      <a:accent2>
        <a:srgbClr val="9ECFFF"/>
      </a:accent2>
      <a:accent3>
        <a:srgbClr val="FEC10B"/>
      </a:accent3>
      <a:accent4>
        <a:srgbClr val="FDE65E"/>
      </a:accent4>
      <a:accent5>
        <a:srgbClr val="FFF3A8"/>
      </a:accent5>
      <a:accent6>
        <a:srgbClr val="FCF8E8"/>
      </a:accent6>
      <a:hlink>
        <a:srgbClr val="0057AE"/>
      </a:hlink>
      <a:folHlink>
        <a:srgbClr val="1C98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6364</TotalTime>
  <Words>822</Words>
  <Application>Microsoft Macintosh PowerPoint</Application>
  <PresentationFormat>Custom</PresentationFormat>
  <Paragraphs>58</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Archivo</vt:lpstr>
      <vt:lpstr>Workday Corporate Template</vt:lpstr>
      <vt:lpstr>Predicting the Results of Professional Tennis Matches with Machine Learning Sergio de Carvalho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Zoe O'Connor</dc:creator>
  <cp:lastModifiedBy>D24130831 Sergio de Carvalho Junior</cp:lastModifiedBy>
  <cp:revision>9</cp:revision>
  <cp:lastPrinted>2026-10-19T00:15:24Z</cp:lastPrinted>
  <dcterms:modified xsi:type="dcterms:W3CDTF">2026-10-19T00:17:09Z</dcterms:modified>
</cp:coreProperties>
</file>